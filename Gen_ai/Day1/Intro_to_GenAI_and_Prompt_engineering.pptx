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44" r:id="rId3"/>
    <p:sldId id="261" r:id="rId4"/>
    <p:sldId id="262" r:id="rId5"/>
    <p:sldId id="257" r:id="rId6"/>
    <p:sldId id="266" r:id="rId7"/>
    <p:sldId id="267" r:id="rId8"/>
    <p:sldId id="258" r:id="rId9"/>
    <p:sldId id="265" r:id="rId10"/>
    <p:sldId id="263" r:id="rId11"/>
    <p:sldId id="269" r:id="rId12"/>
    <p:sldId id="270" r:id="rId13"/>
    <p:sldId id="271" r:id="rId14"/>
    <p:sldId id="274" r:id="rId15"/>
    <p:sldId id="275" r:id="rId16"/>
    <p:sldId id="276" r:id="rId17"/>
    <p:sldId id="277" r:id="rId18"/>
    <p:sldId id="279" r:id="rId19"/>
    <p:sldId id="278" r:id="rId20"/>
    <p:sldId id="268" r:id="rId21"/>
    <p:sldId id="281" r:id="rId22"/>
    <p:sldId id="284" r:id="rId23"/>
    <p:sldId id="285" r:id="rId24"/>
    <p:sldId id="286" r:id="rId25"/>
    <p:sldId id="291" r:id="rId26"/>
    <p:sldId id="288" r:id="rId27"/>
    <p:sldId id="289" r:id="rId28"/>
    <p:sldId id="292" r:id="rId29"/>
    <p:sldId id="294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6" r:id="rId50"/>
    <p:sldId id="317" r:id="rId51"/>
    <p:sldId id="318" r:id="rId52"/>
    <p:sldId id="319" r:id="rId53"/>
    <p:sldId id="320" r:id="rId54"/>
    <p:sldId id="321" r:id="rId55"/>
    <p:sldId id="322" r:id="rId56"/>
    <p:sldId id="323" r:id="rId57"/>
    <p:sldId id="324" r:id="rId58"/>
    <p:sldId id="325" r:id="rId59"/>
    <p:sldId id="326" r:id="rId60"/>
    <p:sldId id="327" r:id="rId61"/>
    <p:sldId id="328" r:id="rId62"/>
    <p:sldId id="329" r:id="rId63"/>
    <p:sldId id="330" r:id="rId64"/>
    <p:sldId id="331" r:id="rId65"/>
    <p:sldId id="332" r:id="rId66"/>
    <p:sldId id="333" r:id="rId67"/>
    <p:sldId id="334" r:id="rId68"/>
    <p:sldId id="335" r:id="rId69"/>
    <p:sldId id="336" r:id="rId70"/>
    <p:sldId id="337" r:id="rId71"/>
    <p:sldId id="338" r:id="rId72"/>
    <p:sldId id="339" r:id="rId73"/>
    <p:sldId id="340" r:id="rId74"/>
    <p:sldId id="341" r:id="rId75"/>
    <p:sldId id="342" r:id="rId7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71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7283" y="594106"/>
            <a:ext cx="6911975" cy="353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1" i="0">
                <a:solidFill>
                  <a:srgbClr val="FF0000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rgbClr val="FF0000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rgbClr val="FF0000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7176" y="25398"/>
            <a:ext cx="1770423" cy="68325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5255" y="25398"/>
            <a:ext cx="1785749" cy="68325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114043" y="0"/>
            <a:ext cx="9964420" cy="6858000"/>
          </a:xfrm>
          <a:custGeom>
            <a:avLst/>
            <a:gdLst/>
            <a:ahLst/>
            <a:cxnLst/>
            <a:rect l="l" t="t" r="r" b="b"/>
            <a:pathLst>
              <a:path w="9964420" h="6858000">
                <a:moveTo>
                  <a:pt x="8368030" y="0"/>
                </a:moveTo>
                <a:lnTo>
                  <a:pt x="1595882" y="0"/>
                </a:lnTo>
                <a:lnTo>
                  <a:pt x="1459230" y="130301"/>
                </a:lnTo>
                <a:lnTo>
                  <a:pt x="1425194" y="164719"/>
                </a:lnTo>
                <a:lnTo>
                  <a:pt x="1391412" y="199390"/>
                </a:lnTo>
                <a:lnTo>
                  <a:pt x="1358011" y="234442"/>
                </a:lnTo>
                <a:lnTo>
                  <a:pt x="1324991" y="269875"/>
                </a:lnTo>
                <a:lnTo>
                  <a:pt x="1292225" y="305561"/>
                </a:lnTo>
                <a:lnTo>
                  <a:pt x="1259839" y="341629"/>
                </a:lnTo>
                <a:lnTo>
                  <a:pt x="1227836" y="377951"/>
                </a:lnTo>
                <a:lnTo>
                  <a:pt x="1196086" y="414527"/>
                </a:lnTo>
                <a:lnTo>
                  <a:pt x="1164717" y="451485"/>
                </a:lnTo>
                <a:lnTo>
                  <a:pt x="1133729" y="488823"/>
                </a:lnTo>
                <a:lnTo>
                  <a:pt x="1103122" y="526288"/>
                </a:lnTo>
                <a:lnTo>
                  <a:pt x="1072895" y="564134"/>
                </a:lnTo>
                <a:lnTo>
                  <a:pt x="1043051" y="602361"/>
                </a:lnTo>
                <a:lnTo>
                  <a:pt x="1013460" y="640841"/>
                </a:lnTo>
                <a:lnTo>
                  <a:pt x="984250" y="679576"/>
                </a:lnTo>
                <a:lnTo>
                  <a:pt x="955548" y="718565"/>
                </a:lnTo>
                <a:lnTo>
                  <a:pt x="927100" y="757936"/>
                </a:lnTo>
                <a:lnTo>
                  <a:pt x="899032" y="797560"/>
                </a:lnTo>
                <a:lnTo>
                  <a:pt x="871347" y="837438"/>
                </a:lnTo>
                <a:lnTo>
                  <a:pt x="844042" y="877697"/>
                </a:lnTo>
                <a:lnTo>
                  <a:pt x="817118" y="918083"/>
                </a:lnTo>
                <a:lnTo>
                  <a:pt x="790575" y="958850"/>
                </a:lnTo>
                <a:lnTo>
                  <a:pt x="764413" y="999871"/>
                </a:lnTo>
                <a:lnTo>
                  <a:pt x="738758" y="1041146"/>
                </a:lnTo>
                <a:lnTo>
                  <a:pt x="713358" y="1082802"/>
                </a:lnTo>
                <a:lnTo>
                  <a:pt x="688339" y="1124585"/>
                </a:lnTo>
                <a:lnTo>
                  <a:pt x="663829" y="1166622"/>
                </a:lnTo>
                <a:lnTo>
                  <a:pt x="639699" y="1209039"/>
                </a:lnTo>
                <a:lnTo>
                  <a:pt x="615950" y="1251585"/>
                </a:lnTo>
                <a:lnTo>
                  <a:pt x="592582" y="1294511"/>
                </a:lnTo>
                <a:lnTo>
                  <a:pt x="569594" y="1337564"/>
                </a:lnTo>
                <a:lnTo>
                  <a:pt x="547116" y="1380871"/>
                </a:lnTo>
                <a:lnTo>
                  <a:pt x="525018" y="1424559"/>
                </a:lnTo>
                <a:lnTo>
                  <a:pt x="503300" y="1468374"/>
                </a:lnTo>
                <a:lnTo>
                  <a:pt x="481965" y="1512442"/>
                </a:lnTo>
                <a:lnTo>
                  <a:pt x="461137" y="1556765"/>
                </a:lnTo>
                <a:lnTo>
                  <a:pt x="440690" y="1601342"/>
                </a:lnTo>
                <a:lnTo>
                  <a:pt x="420750" y="1646174"/>
                </a:lnTo>
                <a:lnTo>
                  <a:pt x="401066" y="1691259"/>
                </a:lnTo>
                <a:lnTo>
                  <a:pt x="382016" y="1736471"/>
                </a:lnTo>
                <a:lnTo>
                  <a:pt x="363219" y="1781937"/>
                </a:lnTo>
                <a:lnTo>
                  <a:pt x="344931" y="1827657"/>
                </a:lnTo>
                <a:lnTo>
                  <a:pt x="327152" y="1873630"/>
                </a:lnTo>
                <a:lnTo>
                  <a:pt x="309753" y="1919732"/>
                </a:lnTo>
                <a:lnTo>
                  <a:pt x="292862" y="1966214"/>
                </a:lnTo>
                <a:lnTo>
                  <a:pt x="276352" y="2012696"/>
                </a:lnTo>
                <a:lnTo>
                  <a:pt x="260222" y="2059559"/>
                </a:lnTo>
                <a:lnTo>
                  <a:pt x="244728" y="2106549"/>
                </a:lnTo>
                <a:lnTo>
                  <a:pt x="229489" y="2153792"/>
                </a:lnTo>
                <a:lnTo>
                  <a:pt x="214884" y="2201164"/>
                </a:lnTo>
                <a:lnTo>
                  <a:pt x="200659" y="2248789"/>
                </a:lnTo>
                <a:lnTo>
                  <a:pt x="186817" y="2296541"/>
                </a:lnTo>
                <a:lnTo>
                  <a:pt x="173609" y="2344547"/>
                </a:lnTo>
                <a:lnTo>
                  <a:pt x="160781" y="2392807"/>
                </a:lnTo>
                <a:lnTo>
                  <a:pt x="148399" y="2441194"/>
                </a:lnTo>
                <a:lnTo>
                  <a:pt x="136512" y="2489835"/>
                </a:lnTo>
                <a:lnTo>
                  <a:pt x="125107" y="2538476"/>
                </a:lnTo>
                <a:lnTo>
                  <a:pt x="114185" y="2587498"/>
                </a:lnTo>
                <a:lnTo>
                  <a:pt x="103746" y="2636647"/>
                </a:lnTo>
                <a:lnTo>
                  <a:pt x="93789" y="2685923"/>
                </a:lnTo>
                <a:lnTo>
                  <a:pt x="84315" y="2735453"/>
                </a:lnTo>
                <a:lnTo>
                  <a:pt x="75323" y="2784983"/>
                </a:lnTo>
                <a:lnTo>
                  <a:pt x="66840" y="2834894"/>
                </a:lnTo>
                <a:lnTo>
                  <a:pt x="58839" y="2884804"/>
                </a:lnTo>
                <a:lnTo>
                  <a:pt x="51346" y="2934970"/>
                </a:lnTo>
                <a:lnTo>
                  <a:pt x="44348" y="2985262"/>
                </a:lnTo>
                <a:lnTo>
                  <a:pt x="37846" y="3035808"/>
                </a:lnTo>
                <a:lnTo>
                  <a:pt x="31851" y="3086354"/>
                </a:lnTo>
                <a:lnTo>
                  <a:pt x="26365" y="3137154"/>
                </a:lnTo>
                <a:lnTo>
                  <a:pt x="21399" y="3188080"/>
                </a:lnTo>
                <a:lnTo>
                  <a:pt x="16929" y="3239262"/>
                </a:lnTo>
                <a:lnTo>
                  <a:pt x="12979" y="3290442"/>
                </a:lnTo>
                <a:lnTo>
                  <a:pt x="9550" y="3341751"/>
                </a:lnTo>
                <a:lnTo>
                  <a:pt x="6642" y="3393313"/>
                </a:lnTo>
                <a:lnTo>
                  <a:pt x="4254" y="3445002"/>
                </a:lnTo>
                <a:lnTo>
                  <a:pt x="2400" y="3496817"/>
                </a:lnTo>
                <a:lnTo>
                  <a:pt x="1066" y="3548634"/>
                </a:lnTo>
                <a:lnTo>
                  <a:pt x="266" y="3600704"/>
                </a:lnTo>
                <a:lnTo>
                  <a:pt x="0" y="3652901"/>
                </a:lnTo>
                <a:lnTo>
                  <a:pt x="266" y="3705225"/>
                </a:lnTo>
                <a:lnTo>
                  <a:pt x="1066" y="3757295"/>
                </a:lnTo>
                <a:lnTo>
                  <a:pt x="2412" y="3809365"/>
                </a:lnTo>
                <a:lnTo>
                  <a:pt x="4279" y="3861180"/>
                </a:lnTo>
                <a:lnTo>
                  <a:pt x="6667" y="3912870"/>
                </a:lnTo>
                <a:lnTo>
                  <a:pt x="9588" y="3964558"/>
                </a:lnTo>
                <a:lnTo>
                  <a:pt x="13030" y="4015994"/>
                </a:lnTo>
                <a:lnTo>
                  <a:pt x="16992" y="4067302"/>
                </a:lnTo>
                <a:lnTo>
                  <a:pt x="21475" y="4118482"/>
                </a:lnTo>
                <a:lnTo>
                  <a:pt x="26466" y="4169537"/>
                </a:lnTo>
                <a:lnTo>
                  <a:pt x="31965" y="4220337"/>
                </a:lnTo>
                <a:lnTo>
                  <a:pt x="37985" y="4271010"/>
                </a:lnTo>
                <a:lnTo>
                  <a:pt x="44500" y="4321683"/>
                </a:lnTo>
                <a:lnTo>
                  <a:pt x="51523" y="4371975"/>
                </a:lnTo>
                <a:lnTo>
                  <a:pt x="59055" y="4422267"/>
                </a:lnTo>
                <a:lnTo>
                  <a:pt x="67081" y="4472305"/>
                </a:lnTo>
                <a:lnTo>
                  <a:pt x="75603" y="4522216"/>
                </a:lnTo>
                <a:lnTo>
                  <a:pt x="84607" y="4572000"/>
                </a:lnTo>
                <a:lnTo>
                  <a:pt x="94119" y="4621530"/>
                </a:lnTo>
                <a:lnTo>
                  <a:pt x="104114" y="4670933"/>
                </a:lnTo>
                <a:lnTo>
                  <a:pt x="114592" y="4720082"/>
                </a:lnTo>
                <a:lnTo>
                  <a:pt x="125552" y="4769104"/>
                </a:lnTo>
                <a:lnTo>
                  <a:pt x="136994" y="4817999"/>
                </a:lnTo>
                <a:lnTo>
                  <a:pt x="148920" y="4866640"/>
                </a:lnTo>
                <a:lnTo>
                  <a:pt x="161290" y="4915154"/>
                </a:lnTo>
                <a:lnTo>
                  <a:pt x="174244" y="4963414"/>
                </a:lnTo>
                <a:lnTo>
                  <a:pt x="187578" y="5011420"/>
                </a:lnTo>
                <a:lnTo>
                  <a:pt x="201294" y="5059299"/>
                </a:lnTo>
                <a:lnTo>
                  <a:pt x="215646" y="5107051"/>
                </a:lnTo>
                <a:lnTo>
                  <a:pt x="230378" y="5154549"/>
                </a:lnTo>
                <a:lnTo>
                  <a:pt x="245490" y="5201793"/>
                </a:lnTo>
                <a:lnTo>
                  <a:pt x="261112" y="5248910"/>
                </a:lnTo>
                <a:lnTo>
                  <a:pt x="277241" y="5295773"/>
                </a:lnTo>
                <a:lnTo>
                  <a:pt x="293878" y="5342382"/>
                </a:lnTo>
                <a:lnTo>
                  <a:pt x="310896" y="5388864"/>
                </a:lnTo>
                <a:lnTo>
                  <a:pt x="328294" y="5435092"/>
                </a:lnTo>
                <a:lnTo>
                  <a:pt x="346202" y="5481066"/>
                </a:lnTo>
                <a:lnTo>
                  <a:pt x="364490" y="5526913"/>
                </a:lnTo>
                <a:lnTo>
                  <a:pt x="383286" y="5572379"/>
                </a:lnTo>
                <a:lnTo>
                  <a:pt x="402463" y="5617768"/>
                </a:lnTo>
                <a:lnTo>
                  <a:pt x="422147" y="5662866"/>
                </a:lnTo>
                <a:lnTo>
                  <a:pt x="442214" y="5707735"/>
                </a:lnTo>
                <a:lnTo>
                  <a:pt x="462788" y="5752363"/>
                </a:lnTo>
                <a:lnTo>
                  <a:pt x="483616" y="5796762"/>
                </a:lnTo>
                <a:lnTo>
                  <a:pt x="505078" y="5840907"/>
                </a:lnTo>
                <a:lnTo>
                  <a:pt x="526795" y="5884824"/>
                </a:lnTo>
                <a:lnTo>
                  <a:pt x="549020" y="5928487"/>
                </a:lnTo>
                <a:lnTo>
                  <a:pt x="571626" y="5971895"/>
                </a:lnTo>
                <a:lnTo>
                  <a:pt x="594613" y="6015062"/>
                </a:lnTo>
                <a:lnTo>
                  <a:pt x="617982" y="6057976"/>
                </a:lnTo>
                <a:lnTo>
                  <a:pt x="641857" y="6100635"/>
                </a:lnTo>
                <a:lnTo>
                  <a:pt x="666114" y="6143028"/>
                </a:lnTo>
                <a:lnTo>
                  <a:pt x="690753" y="6185154"/>
                </a:lnTo>
                <a:lnTo>
                  <a:pt x="715772" y="6227025"/>
                </a:lnTo>
                <a:lnTo>
                  <a:pt x="741299" y="6268631"/>
                </a:lnTo>
                <a:lnTo>
                  <a:pt x="767080" y="6309969"/>
                </a:lnTo>
                <a:lnTo>
                  <a:pt x="793369" y="6351028"/>
                </a:lnTo>
                <a:lnTo>
                  <a:pt x="819912" y="6391808"/>
                </a:lnTo>
                <a:lnTo>
                  <a:pt x="846963" y="6432321"/>
                </a:lnTo>
                <a:lnTo>
                  <a:pt x="874268" y="6472542"/>
                </a:lnTo>
                <a:lnTo>
                  <a:pt x="902081" y="6512496"/>
                </a:lnTo>
                <a:lnTo>
                  <a:pt x="930275" y="6552158"/>
                </a:lnTo>
                <a:lnTo>
                  <a:pt x="958723" y="6591528"/>
                </a:lnTo>
                <a:lnTo>
                  <a:pt x="987679" y="6630619"/>
                </a:lnTo>
                <a:lnTo>
                  <a:pt x="1016888" y="6669405"/>
                </a:lnTo>
                <a:lnTo>
                  <a:pt x="1046480" y="6707898"/>
                </a:lnTo>
                <a:lnTo>
                  <a:pt x="1076579" y="6746093"/>
                </a:lnTo>
                <a:lnTo>
                  <a:pt x="1106932" y="6783989"/>
                </a:lnTo>
                <a:lnTo>
                  <a:pt x="1137666" y="6821581"/>
                </a:lnTo>
                <a:lnTo>
                  <a:pt x="1169162" y="6857998"/>
                </a:lnTo>
                <a:lnTo>
                  <a:pt x="8794750" y="6857998"/>
                </a:lnTo>
                <a:lnTo>
                  <a:pt x="8826246" y="6821581"/>
                </a:lnTo>
                <a:lnTo>
                  <a:pt x="8856980" y="6783989"/>
                </a:lnTo>
                <a:lnTo>
                  <a:pt x="8887333" y="6746093"/>
                </a:lnTo>
                <a:lnTo>
                  <a:pt x="8917432" y="6707898"/>
                </a:lnTo>
                <a:lnTo>
                  <a:pt x="8947023" y="6669405"/>
                </a:lnTo>
                <a:lnTo>
                  <a:pt x="8976233" y="6630619"/>
                </a:lnTo>
                <a:lnTo>
                  <a:pt x="9005189" y="6591528"/>
                </a:lnTo>
                <a:lnTo>
                  <a:pt x="9033637" y="6552158"/>
                </a:lnTo>
                <a:lnTo>
                  <a:pt x="9061831" y="6512496"/>
                </a:lnTo>
                <a:lnTo>
                  <a:pt x="9089644" y="6472542"/>
                </a:lnTo>
                <a:lnTo>
                  <a:pt x="9116949" y="6432321"/>
                </a:lnTo>
                <a:lnTo>
                  <a:pt x="9144000" y="6391808"/>
                </a:lnTo>
                <a:lnTo>
                  <a:pt x="9170542" y="6351028"/>
                </a:lnTo>
                <a:lnTo>
                  <a:pt x="9196832" y="6309969"/>
                </a:lnTo>
                <a:lnTo>
                  <a:pt x="9222613" y="6268631"/>
                </a:lnTo>
                <a:lnTo>
                  <a:pt x="9248140" y="6227025"/>
                </a:lnTo>
                <a:lnTo>
                  <a:pt x="9273159" y="6185154"/>
                </a:lnTo>
                <a:lnTo>
                  <a:pt x="9297797" y="6143028"/>
                </a:lnTo>
                <a:lnTo>
                  <a:pt x="9322054" y="6100635"/>
                </a:lnTo>
                <a:lnTo>
                  <a:pt x="9345803" y="6057976"/>
                </a:lnTo>
                <a:lnTo>
                  <a:pt x="9369298" y="6015062"/>
                </a:lnTo>
                <a:lnTo>
                  <a:pt x="9392285" y="5971895"/>
                </a:lnTo>
                <a:lnTo>
                  <a:pt x="9414891" y="5928487"/>
                </a:lnTo>
                <a:lnTo>
                  <a:pt x="9437116" y="5884824"/>
                </a:lnTo>
                <a:lnTo>
                  <a:pt x="9458833" y="5840907"/>
                </a:lnTo>
                <a:lnTo>
                  <a:pt x="9480296" y="5796762"/>
                </a:lnTo>
                <a:lnTo>
                  <a:pt x="9501124" y="5752363"/>
                </a:lnTo>
                <a:lnTo>
                  <a:pt x="9521698" y="5707735"/>
                </a:lnTo>
                <a:lnTo>
                  <a:pt x="9541764" y="5662866"/>
                </a:lnTo>
                <a:lnTo>
                  <a:pt x="9561449" y="5617768"/>
                </a:lnTo>
                <a:lnTo>
                  <a:pt x="9580626" y="5572379"/>
                </a:lnTo>
                <a:lnTo>
                  <a:pt x="9599422" y="5526913"/>
                </a:lnTo>
                <a:lnTo>
                  <a:pt x="9617710" y="5481066"/>
                </a:lnTo>
                <a:lnTo>
                  <a:pt x="9635616" y="5435092"/>
                </a:lnTo>
                <a:lnTo>
                  <a:pt x="9653016" y="5388864"/>
                </a:lnTo>
                <a:lnTo>
                  <a:pt x="9670034" y="5342382"/>
                </a:lnTo>
                <a:lnTo>
                  <a:pt x="9686671" y="5295773"/>
                </a:lnTo>
                <a:lnTo>
                  <a:pt x="9702673" y="5248910"/>
                </a:lnTo>
                <a:lnTo>
                  <a:pt x="9718421" y="5201793"/>
                </a:lnTo>
                <a:lnTo>
                  <a:pt x="9733534" y="5154549"/>
                </a:lnTo>
                <a:lnTo>
                  <a:pt x="9748266" y="5107051"/>
                </a:lnTo>
                <a:lnTo>
                  <a:pt x="9762616" y="5059299"/>
                </a:lnTo>
                <a:lnTo>
                  <a:pt x="9776333" y="5011420"/>
                </a:lnTo>
                <a:lnTo>
                  <a:pt x="9789667" y="4963414"/>
                </a:lnTo>
                <a:lnTo>
                  <a:pt x="9802622" y="4915154"/>
                </a:lnTo>
                <a:lnTo>
                  <a:pt x="9814941" y="4866640"/>
                </a:lnTo>
                <a:lnTo>
                  <a:pt x="9826879" y="4817999"/>
                </a:lnTo>
                <a:lnTo>
                  <a:pt x="9838309" y="4769104"/>
                </a:lnTo>
                <a:lnTo>
                  <a:pt x="9849358" y="4720082"/>
                </a:lnTo>
                <a:lnTo>
                  <a:pt x="9859772" y="4670933"/>
                </a:lnTo>
                <a:lnTo>
                  <a:pt x="9869805" y="4621530"/>
                </a:lnTo>
                <a:lnTo>
                  <a:pt x="9879330" y="4572000"/>
                </a:lnTo>
                <a:lnTo>
                  <a:pt x="9888347" y="4522216"/>
                </a:lnTo>
                <a:lnTo>
                  <a:pt x="9896856" y="4472305"/>
                </a:lnTo>
                <a:lnTo>
                  <a:pt x="9904857" y="4422267"/>
                </a:lnTo>
                <a:lnTo>
                  <a:pt x="9912350" y="4371975"/>
                </a:lnTo>
                <a:lnTo>
                  <a:pt x="9919462" y="4321683"/>
                </a:lnTo>
                <a:lnTo>
                  <a:pt x="9925939" y="4271010"/>
                </a:lnTo>
                <a:lnTo>
                  <a:pt x="9931908" y="4220337"/>
                </a:lnTo>
                <a:lnTo>
                  <a:pt x="9937496" y="4169537"/>
                </a:lnTo>
                <a:lnTo>
                  <a:pt x="9942449" y="4118482"/>
                </a:lnTo>
                <a:lnTo>
                  <a:pt x="9946894" y="4067302"/>
                </a:lnTo>
                <a:lnTo>
                  <a:pt x="9950831" y="4015994"/>
                </a:lnTo>
                <a:lnTo>
                  <a:pt x="9954260" y="3964558"/>
                </a:lnTo>
                <a:lnTo>
                  <a:pt x="9957181" y="3912870"/>
                </a:lnTo>
                <a:lnTo>
                  <a:pt x="9959594" y="3861180"/>
                </a:lnTo>
                <a:lnTo>
                  <a:pt x="9961499" y="3809365"/>
                </a:lnTo>
                <a:lnTo>
                  <a:pt x="9962896" y="3757295"/>
                </a:lnTo>
                <a:lnTo>
                  <a:pt x="9963658" y="3705225"/>
                </a:lnTo>
                <a:lnTo>
                  <a:pt x="9963912" y="3652901"/>
                </a:lnTo>
                <a:lnTo>
                  <a:pt x="9963658" y="3600704"/>
                </a:lnTo>
                <a:lnTo>
                  <a:pt x="9962896" y="3548634"/>
                </a:lnTo>
                <a:lnTo>
                  <a:pt x="9961499" y="3496817"/>
                </a:lnTo>
                <a:lnTo>
                  <a:pt x="9959594" y="3445002"/>
                </a:lnTo>
                <a:lnTo>
                  <a:pt x="9957308" y="3393313"/>
                </a:lnTo>
                <a:lnTo>
                  <a:pt x="9954387" y="3341751"/>
                </a:lnTo>
                <a:lnTo>
                  <a:pt x="9950958" y="3290442"/>
                </a:lnTo>
                <a:lnTo>
                  <a:pt x="9947021" y="3239262"/>
                </a:lnTo>
                <a:lnTo>
                  <a:pt x="9942576" y="3188080"/>
                </a:lnTo>
                <a:lnTo>
                  <a:pt x="9937496" y="3137154"/>
                </a:lnTo>
                <a:lnTo>
                  <a:pt x="9932035" y="3086354"/>
                </a:lnTo>
                <a:lnTo>
                  <a:pt x="9926066" y="3035808"/>
                </a:lnTo>
                <a:lnTo>
                  <a:pt x="9919589" y="2985262"/>
                </a:lnTo>
                <a:lnTo>
                  <a:pt x="9912604" y="2934970"/>
                </a:lnTo>
                <a:lnTo>
                  <a:pt x="9905111" y="2884804"/>
                </a:lnTo>
                <a:lnTo>
                  <a:pt x="9897110" y="2834894"/>
                </a:lnTo>
                <a:lnTo>
                  <a:pt x="9888601" y="2784983"/>
                </a:lnTo>
                <a:lnTo>
                  <a:pt x="9879584" y="2735453"/>
                </a:lnTo>
                <a:lnTo>
                  <a:pt x="9870186" y="2685923"/>
                </a:lnTo>
                <a:lnTo>
                  <a:pt x="9860153" y="2636647"/>
                </a:lnTo>
                <a:lnTo>
                  <a:pt x="9849739" y="2587498"/>
                </a:lnTo>
                <a:lnTo>
                  <a:pt x="9838816" y="2538476"/>
                </a:lnTo>
                <a:lnTo>
                  <a:pt x="9827387" y="2489835"/>
                </a:lnTo>
                <a:lnTo>
                  <a:pt x="9815576" y="2441194"/>
                </a:lnTo>
                <a:lnTo>
                  <a:pt x="9803130" y="2392807"/>
                </a:lnTo>
                <a:lnTo>
                  <a:pt x="9790303" y="2344547"/>
                </a:lnTo>
                <a:lnTo>
                  <a:pt x="9777095" y="2296541"/>
                </a:lnTo>
                <a:lnTo>
                  <a:pt x="9763252" y="2248789"/>
                </a:lnTo>
                <a:lnTo>
                  <a:pt x="9749028" y="2201164"/>
                </a:lnTo>
                <a:lnTo>
                  <a:pt x="9734423" y="2153792"/>
                </a:lnTo>
                <a:lnTo>
                  <a:pt x="9719183" y="2106549"/>
                </a:lnTo>
                <a:lnTo>
                  <a:pt x="9703689" y="2059559"/>
                </a:lnTo>
                <a:lnTo>
                  <a:pt x="9687560" y="2012696"/>
                </a:lnTo>
                <a:lnTo>
                  <a:pt x="9671050" y="1966214"/>
                </a:lnTo>
                <a:lnTo>
                  <a:pt x="9654159" y="1919732"/>
                </a:lnTo>
                <a:lnTo>
                  <a:pt x="9636760" y="1873630"/>
                </a:lnTo>
                <a:lnTo>
                  <a:pt x="9618980" y="1827657"/>
                </a:lnTo>
                <a:lnTo>
                  <a:pt x="9600691" y="1781937"/>
                </a:lnTo>
                <a:lnTo>
                  <a:pt x="9581896" y="1736471"/>
                </a:lnTo>
                <a:lnTo>
                  <a:pt x="9562846" y="1691259"/>
                </a:lnTo>
                <a:lnTo>
                  <a:pt x="9543161" y="1646174"/>
                </a:lnTo>
                <a:lnTo>
                  <a:pt x="9523222" y="1601342"/>
                </a:lnTo>
                <a:lnTo>
                  <a:pt x="9502775" y="1556765"/>
                </a:lnTo>
                <a:lnTo>
                  <a:pt x="9481947" y="1512442"/>
                </a:lnTo>
                <a:lnTo>
                  <a:pt x="9460611" y="1468374"/>
                </a:lnTo>
                <a:lnTo>
                  <a:pt x="9438894" y="1424559"/>
                </a:lnTo>
                <a:lnTo>
                  <a:pt x="9416796" y="1380871"/>
                </a:lnTo>
                <a:lnTo>
                  <a:pt x="9394316" y="1337564"/>
                </a:lnTo>
                <a:lnTo>
                  <a:pt x="9371330" y="1294511"/>
                </a:lnTo>
                <a:lnTo>
                  <a:pt x="9347962" y="1251585"/>
                </a:lnTo>
                <a:lnTo>
                  <a:pt x="9324213" y="1209039"/>
                </a:lnTo>
                <a:lnTo>
                  <a:pt x="9300083" y="1166622"/>
                </a:lnTo>
                <a:lnTo>
                  <a:pt x="9275572" y="1124585"/>
                </a:lnTo>
                <a:lnTo>
                  <a:pt x="9250553" y="1082802"/>
                </a:lnTo>
                <a:lnTo>
                  <a:pt x="9225153" y="1041146"/>
                </a:lnTo>
                <a:lnTo>
                  <a:pt x="9199499" y="999871"/>
                </a:lnTo>
                <a:lnTo>
                  <a:pt x="9173337" y="958850"/>
                </a:lnTo>
                <a:lnTo>
                  <a:pt x="9146794" y="918083"/>
                </a:lnTo>
                <a:lnTo>
                  <a:pt x="9119870" y="877697"/>
                </a:lnTo>
                <a:lnTo>
                  <a:pt x="9092565" y="837438"/>
                </a:lnTo>
                <a:lnTo>
                  <a:pt x="9064879" y="797560"/>
                </a:lnTo>
                <a:lnTo>
                  <a:pt x="9036812" y="757936"/>
                </a:lnTo>
                <a:lnTo>
                  <a:pt x="9008364" y="718565"/>
                </a:lnTo>
                <a:lnTo>
                  <a:pt x="8979662" y="679576"/>
                </a:lnTo>
                <a:lnTo>
                  <a:pt x="8950452" y="640841"/>
                </a:lnTo>
                <a:lnTo>
                  <a:pt x="8920861" y="602361"/>
                </a:lnTo>
                <a:lnTo>
                  <a:pt x="8891016" y="564134"/>
                </a:lnTo>
                <a:lnTo>
                  <a:pt x="8860790" y="526288"/>
                </a:lnTo>
                <a:lnTo>
                  <a:pt x="8799195" y="451485"/>
                </a:lnTo>
                <a:lnTo>
                  <a:pt x="8767826" y="414527"/>
                </a:lnTo>
                <a:lnTo>
                  <a:pt x="8736076" y="377951"/>
                </a:lnTo>
                <a:lnTo>
                  <a:pt x="8704072" y="341629"/>
                </a:lnTo>
                <a:lnTo>
                  <a:pt x="8671687" y="305561"/>
                </a:lnTo>
                <a:lnTo>
                  <a:pt x="8638921" y="269875"/>
                </a:lnTo>
                <a:lnTo>
                  <a:pt x="8605901" y="234442"/>
                </a:lnTo>
                <a:lnTo>
                  <a:pt x="8572500" y="199390"/>
                </a:lnTo>
                <a:lnTo>
                  <a:pt x="8538717" y="164719"/>
                </a:lnTo>
                <a:lnTo>
                  <a:pt x="8504682" y="130301"/>
                </a:lnTo>
                <a:lnTo>
                  <a:pt x="83680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14043" y="0"/>
            <a:ext cx="9964420" cy="6858000"/>
          </a:xfrm>
          <a:custGeom>
            <a:avLst/>
            <a:gdLst/>
            <a:ahLst/>
            <a:cxnLst/>
            <a:rect l="l" t="t" r="r" b="b"/>
            <a:pathLst>
              <a:path w="9964420" h="6858000">
                <a:moveTo>
                  <a:pt x="1595882" y="0"/>
                </a:moveTo>
                <a:lnTo>
                  <a:pt x="8368030" y="0"/>
                </a:lnTo>
                <a:lnTo>
                  <a:pt x="8504682" y="130301"/>
                </a:lnTo>
                <a:lnTo>
                  <a:pt x="8538717" y="164719"/>
                </a:lnTo>
                <a:lnTo>
                  <a:pt x="8572500" y="199390"/>
                </a:lnTo>
                <a:lnTo>
                  <a:pt x="8605901" y="234442"/>
                </a:lnTo>
                <a:lnTo>
                  <a:pt x="8638921" y="269875"/>
                </a:lnTo>
                <a:lnTo>
                  <a:pt x="8671687" y="305561"/>
                </a:lnTo>
                <a:lnTo>
                  <a:pt x="8704072" y="341629"/>
                </a:lnTo>
                <a:lnTo>
                  <a:pt x="8736076" y="377951"/>
                </a:lnTo>
                <a:lnTo>
                  <a:pt x="8767826" y="414527"/>
                </a:lnTo>
                <a:lnTo>
                  <a:pt x="8799195" y="451485"/>
                </a:lnTo>
                <a:lnTo>
                  <a:pt x="8830056" y="488823"/>
                </a:lnTo>
                <a:lnTo>
                  <a:pt x="8860790" y="526288"/>
                </a:lnTo>
                <a:lnTo>
                  <a:pt x="8891016" y="564134"/>
                </a:lnTo>
                <a:lnTo>
                  <a:pt x="8920861" y="602361"/>
                </a:lnTo>
                <a:lnTo>
                  <a:pt x="8950452" y="640841"/>
                </a:lnTo>
                <a:lnTo>
                  <a:pt x="8979662" y="679576"/>
                </a:lnTo>
                <a:lnTo>
                  <a:pt x="9008364" y="718565"/>
                </a:lnTo>
                <a:lnTo>
                  <a:pt x="9036812" y="757936"/>
                </a:lnTo>
                <a:lnTo>
                  <a:pt x="9064879" y="797560"/>
                </a:lnTo>
                <a:lnTo>
                  <a:pt x="9092565" y="837438"/>
                </a:lnTo>
                <a:lnTo>
                  <a:pt x="9119870" y="877697"/>
                </a:lnTo>
                <a:lnTo>
                  <a:pt x="9146794" y="918083"/>
                </a:lnTo>
                <a:lnTo>
                  <a:pt x="9173337" y="958850"/>
                </a:lnTo>
                <a:lnTo>
                  <a:pt x="9199499" y="999871"/>
                </a:lnTo>
                <a:lnTo>
                  <a:pt x="9225153" y="1041146"/>
                </a:lnTo>
                <a:lnTo>
                  <a:pt x="9250553" y="1082802"/>
                </a:lnTo>
                <a:lnTo>
                  <a:pt x="9275572" y="1124585"/>
                </a:lnTo>
                <a:lnTo>
                  <a:pt x="9300083" y="1166622"/>
                </a:lnTo>
                <a:lnTo>
                  <a:pt x="9324213" y="1209039"/>
                </a:lnTo>
                <a:lnTo>
                  <a:pt x="9347962" y="1251585"/>
                </a:lnTo>
                <a:lnTo>
                  <a:pt x="9371330" y="1294511"/>
                </a:lnTo>
                <a:lnTo>
                  <a:pt x="9394316" y="1337564"/>
                </a:lnTo>
                <a:lnTo>
                  <a:pt x="9416796" y="1380871"/>
                </a:lnTo>
                <a:lnTo>
                  <a:pt x="9438894" y="1424559"/>
                </a:lnTo>
                <a:lnTo>
                  <a:pt x="9460611" y="1468374"/>
                </a:lnTo>
                <a:lnTo>
                  <a:pt x="9481947" y="1512442"/>
                </a:lnTo>
                <a:lnTo>
                  <a:pt x="9502775" y="1556765"/>
                </a:lnTo>
                <a:lnTo>
                  <a:pt x="9523222" y="1601342"/>
                </a:lnTo>
                <a:lnTo>
                  <a:pt x="9543161" y="1646174"/>
                </a:lnTo>
                <a:lnTo>
                  <a:pt x="9562846" y="1691259"/>
                </a:lnTo>
                <a:lnTo>
                  <a:pt x="9581896" y="1736471"/>
                </a:lnTo>
                <a:lnTo>
                  <a:pt x="9600691" y="1781937"/>
                </a:lnTo>
                <a:lnTo>
                  <a:pt x="9618980" y="1827657"/>
                </a:lnTo>
                <a:lnTo>
                  <a:pt x="9636760" y="1873630"/>
                </a:lnTo>
                <a:lnTo>
                  <a:pt x="9654159" y="1919732"/>
                </a:lnTo>
                <a:lnTo>
                  <a:pt x="9671050" y="1966214"/>
                </a:lnTo>
                <a:lnTo>
                  <a:pt x="9687560" y="2012696"/>
                </a:lnTo>
                <a:lnTo>
                  <a:pt x="9703689" y="2059559"/>
                </a:lnTo>
                <a:lnTo>
                  <a:pt x="9719183" y="2106549"/>
                </a:lnTo>
                <a:lnTo>
                  <a:pt x="9734423" y="2153792"/>
                </a:lnTo>
                <a:lnTo>
                  <a:pt x="9749028" y="2201164"/>
                </a:lnTo>
                <a:lnTo>
                  <a:pt x="9763252" y="2248789"/>
                </a:lnTo>
                <a:lnTo>
                  <a:pt x="9777095" y="2296541"/>
                </a:lnTo>
                <a:lnTo>
                  <a:pt x="9790303" y="2344547"/>
                </a:lnTo>
                <a:lnTo>
                  <a:pt x="9803130" y="2392807"/>
                </a:lnTo>
                <a:lnTo>
                  <a:pt x="9815576" y="2441194"/>
                </a:lnTo>
                <a:lnTo>
                  <a:pt x="9827387" y="2489835"/>
                </a:lnTo>
                <a:lnTo>
                  <a:pt x="9838816" y="2538476"/>
                </a:lnTo>
                <a:lnTo>
                  <a:pt x="9849739" y="2587498"/>
                </a:lnTo>
                <a:lnTo>
                  <a:pt x="9860153" y="2636647"/>
                </a:lnTo>
                <a:lnTo>
                  <a:pt x="9870186" y="2685923"/>
                </a:lnTo>
                <a:lnTo>
                  <a:pt x="9879584" y="2735453"/>
                </a:lnTo>
                <a:lnTo>
                  <a:pt x="9888601" y="2784983"/>
                </a:lnTo>
                <a:lnTo>
                  <a:pt x="9897110" y="2834894"/>
                </a:lnTo>
                <a:lnTo>
                  <a:pt x="9905111" y="2884804"/>
                </a:lnTo>
                <a:lnTo>
                  <a:pt x="9912604" y="2934970"/>
                </a:lnTo>
                <a:lnTo>
                  <a:pt x="9919589" y="2985262"/>
                </a:lnTo>
                <a:lnTo>
                  <a:pt x="9926066" y="3035808"/>
                </a:lnTo>
                <a:lnTo>
                  <a:pt x="9932035" y="3086354"/>
                </a:lnTo>
                <a:lnTo>
                  <a:pt x="9937496" y="3137154"/>
                </a:lnTo>
                <a:lnTo>
                  <a:pt x="9942576" y="3188080"/>
                </a:lnTo>
                <a:lnTo>
                  <a:pt x="9947021" y="3239262"/>
                </a:lnTo>
                <a:lnTo>
                  <a:pt x="9950958" y="3290442"/>
                </a:lnTo>
                <a:lnTo>
                  <a:pt x="9954387" y="3341751"/>
                </a:lnTo>
                <a:lnTo>
                  <a:pt x="9957308" y="3393313"/>
                </a:lnTo>
                <a:lnTo>
                  <a:pt x="9959594" y="3445002"/>
                </a:lnTo>
                <a:lnTo>
                  <a:pt x="9961499" y="3496817"/>
                </a:lnTo>
                <a:lnTo>
                  <a:pt x="9962896" y="3548634"/>
                </a:lnTo>
                <a:lnTo>
                  <a:pt x="9963658" y="3600704"/>
                </a:lnTo>
                <a:lnTo>
                  <a:pt x="9963912" y="3652901"/>
                </a:lnTo>
                <a:lnTo>
                  <a:pt x="9963658" y="3705225"/>
                </a:lnTo>
                <a:lnTo>
                  <a:pt x="9962896" y="3757295"/>
                </a:lnTo>
                <a:lnTo>
                  <a:pt x="9961499" y="3809365"/>
                </a:lnTo>
                <a:lnTo>
                  <a:pt x="9959594" y="3861180"/>
                </a:lnTo>
                <a:lnTo>
                  <a:pt x="9957181" y="3912870"/>
                </a:lnTo>
                <a:lnTo>
                  <a:pt x="9954260" y="3964558"/>
                </a:lnTo>
                <a:lnTo>
                  <a:pt x="9950831" y="4015994"/>
                </a:lnTo>
                <a:lnTo>
                  <a:pt x="9946894" y="4067302"/>
                </a:lnTo>
                <a:lnTo>
                  <a:pt x="9942449" y="4118482"/>
                </a:lnTo>
                <a:lnTo>
                  <a:pt x="9937496" y="4169537"/>
                </a:lnTo>
                <a:lnTo>
                  <a:pt x="9931908" y="4220337"/>
                </a:lnTo>
                <a:lnTo>
                  <a:pt x="9925939" y="4271010"/>
                </a:lnTo>
                <a:lnTo>
                  <a:pt x="9919462" y="4321683"/>
                </a:lnTo>
                <a:lnTo>
                  <a:pt x="9912350" y="4371975"/>
                </a:lnTo>
                <a:lnTo>
                  <a:pt x="9904857" y="4422267"/>
                </a:lnTo>
                <a:lnTo>
                  <a:pt x="9896856" y="4472305"/>
                </a:lnTo>
                <a:lnTo>
                  <a:pt x="9888347" y="4522216"/>
                </a:lnTo>
                <a:lnTo>
                  <a:pt x="9879330" y="4572000"/>
                </a:lnTo>
                <a:lnTo>
                  <a:pt x="9869805" y="4621530"/>
                </a:lnTo>
                <a:lnTo>
                  <a:pt x="9859772" y="4670933"/>
                </a:lnTo>
                <a:lnTo>
                  <a:pt x="9849358" y="4720082"/>
                </a:lnTo>
                <a:lnTo>
                  <a:pt x="9838309" y="4769104"/>
                </a:lnTo>
                <a:lnTo>
                  <a:pt x="9826879" y="4817999"/>
                </a:lnTo>
                <a:lnTo>
                  <a:pt x="9814941" y="4866640"/>
                </a:lnTo>
                <a:lnTo>
                  <a:pt x="9802622" y="4915154"/>
                </a:lnTo>
                <a:lnTo>
                  <a:pt x="9789667" y="4963414"/>
                </a:lnTo>
                <a:lnTo>
                  <a:pt x="9776333" y="5011420"/>
                </a:lnTo>
                <a:lnTo>
                  <a:pt x="9762616" y="5059299"/>
                </a:lnTo>
                <a:lnTo>
                  <a:pt x="9748266" y="5107051"/>
                </a:lnTo>
                <a:lnTo>
                  <a:pt x="9733534" y="5154549"/>
                </a:lnTo>
                <a:lnTo>
                  <a:pt x="9718421" y="5201793"/>
                </a:lnTo>
                <a:lnTo>
                  <a:pt x="9702673" y="5248910"/>
                </a:lnTo>
                <a:lnTo>
                  <a:pt x="9686671" y="5295773"/>
                </a:lnTo>
                <a:lnTo>
                  <a:pt x="9670034" y="5342382"/>
                </a:lnTo>
                <a:lnTo>
                  <a:pt x="9653016" y="5388864"/>
                </a:lnTo>
                <a:lnTo>
                  <a:pt x="9635616" y="5435092"/>
                </a:lnTo>
                <a:lnTo>
                  <a:pt x="9617710" y="5481066"/>
                </a:lnTo>
                <a:lnTo>
                  <a:pt x="9599422" y="5526913"/>
                </a:lnTo>
                <a:lnTo>
                  <a:pt x="9580626" y="5572379"/>
                </a:lnTo>
                <a:lnTo>
                  <a:pt x="9561449" y="5617768"/>
                </a:lnTo>
                <a:lnTo>
                  <a:pt x="9541764" y="5662866"/>
                </a:lnTo>
                <a:lnTo>
                  <a:pt x="9521698" y="5707735"/>
                </a:lnTo>
                <a:lnTo>
                  <a:pt x="9501124" y="5752363"/>
                </a:lnTo>
                <a:lnTo>
                  <a:pt x="9480296" y="5796762"/>
                </a:lnTo>
                <a:lnTo>
                  <a:pt x="9458833" y="5840907"/>
                </a:lnTo>
                <a:lnTo>
                  <a:pt x="9437116" y="5884824"/>
                </a:lnTo>
                <a:lnTo>
                  <a:pt x="9414891" y="5928487"/>
                </a:lnTo>
                <a:lnTo>
                  <a:pt x="9392285" y="5971895"/>
                </a:lnTo>
                <a:lnTo>
                  <a:pt x="9369298" y="6015062"/>
                </a:lnTo>
                <a:lnTo>
                  <a:pt x="9345803" y="6057976"/>
                </a:lnTo>
                <a:lnTo>
                  <a:pt x="9322054" y="6100635"/>
                </a:lnTo>
                <a:lnTo>
                  <a:pt x="9297797" y="6143028"/>
                </a:lnTo>
                <a:lnTo>
                  <a:pt x="9273159" y="6185154"/>
                </a:lnTo>
                <a:lnTo>
                  <a:pt x="9248140" y="6227025"/>
                </a:lnTo>
                <a:lnTo>
                  <a:pt x="9222613" y="6268631"/>
                </a:lnTo>
                <a:lnTo>
                  <a:pt x="9196832" y="6309969"/>
                </a:lnTo>
                <a:lnTo>
                  <a:pt x="9170542" y="6351028"/>
                </a:lnTo>
                <a:lnTo>
                  <a:pt x="9144000" y="6391808"/>
                </a:lnTo>
                <a:lnTo>
                  <a:pt x="9116949" y="6432321"/>
                </a:lnTo>
                <a:lnTo>
                  <a:pt x="9089644" y="6472542"/>
                </a:lnTo>
                <a:lnTo>
                  <a:pt x="9061831" y="6512496"/>
                </a:lnTo>
                <a:lnTo>
                  <a:pt x="9033637" y="6552158"/>
                </a:lnTo>
                <a:lnTo>
                  <a:pt x="9005189" y="6591528"/>
                </a:lnTo>
                <a:lnTo>
                  <a:pt x="8976233" y="6630619"/>
                </a:lnTo>
                <a:lnTo>
                  <a:pt x="8947023" y="6669405"/>
                </a:lnTo>
                <a:lnTo>
                  <a:pt x="8917432" y="6707898"/>
                </a:lnTo>
                <a:lnTo>
                  <a:pt x="8887333" y="6746093"/>
                </a:lnTo>
                <a:lnTo>
                  <a:pt x="8856980" y="6783989"/>
                </a:lnTo>
                <a:lnTo>
                  <a:pt x="8826246" y="6821581"/>
                </a:lnTo>
                <a:lnTo>
                  <a:pt x="8794750" y="6857998"/>
                </a:lnTo>
                <a:lnTo>
                  <a:pt x="1169162" y="6857998"/>
                </a:lnTo>
                <a:lnTo>
                  <a:pt x="1137666" y="6821581"/>
                </a:lnTo>
                <a:lnTo>
                  <a:pt x="1106932" y="6783989"/>
                </a:lnTo>
                <a:lnTo>
                  <a:pt x="1076579" y="6746093"/>
                </a:lnTo>
                <a:lnTo>
                  <a:pt x="1046480" y="6707898"/>
                </a:lnTo>
                <a:lnTo>
                  <a:pt x="1016888" y="6669405"/>
                </a:lnTo>
                <a:lnTo>
                  <a:pt x="987679" y="6630619"/>
                </a:lnTo>
                <a:lnTo>
                  <a:pt x="958723" y="6591528"/>
                </a:lnTo>
                <a:lnTo>
                  <a:pt x="930275" y="6552158"/>
                </a:lnTo>
                <a:lnTo>
                  <a:pt x="902081" y="6512496"/>
                </a:lnTo>
                <a:lnTo>
                  <a:pt x="874268" y="6472542"/>
                </a:lnTo>
                <a:lnTo>
                  <a:pt x="846963" y="6432321"/>
                </a:lnTo>
                <a:lnTo>
                  <a:pt x="819912" y="6391808"/>
                </a:lnTo>
                <a:lnTo>
                  <a:pt x="793369" y="6351028"/>
                </a:lnTo>
                <a:lnTo>
                  <a:pt x="767080" y="6309969"/>
                </a:lnTo>
                <a:lnTo>
                  <a:pt x="741299" y="6268631"/>
                </a:lnTo>
                <a:lnTo>
                  <a:pt x="715772" y="6227025"/>
                </a:lnTo>
                <a:lnTo>
                  <a:pt x="690753" y="6185154"/>
                </a:lnTo>
                <a:lnTo>
                  <a:pt x="666114" y="6143028"/>
                </a:lnTo>
                <a:lnTo>
                  <a:pt x="641857" y="6100635"/>
                </a:lnTo>
                <a:lnTo>
                  <a:pt x="617982" y="6057976"/>
                </a:lnTo>
                <a:lnTo>
                  <a:pt x="594613" y="6015062"/>
                </a:lnTo>
                <a:lnTo>
                  <a:pt x="571626" y="5971895"/>
                </a:lnTo>
                <a:lnTo>
                  <a:pt x="549020" y="5928487"/>
                </a:lnTo>
                <a:lnTo>
                  <a:pt x="526795" y="5884824"/>
                </a:lnTo>
                <a:lnTo>
                  <a:pt x="505078" y="5840907"/>
                </a:lnTo>
                <a:lnTo>
                  <a:pt x="483616" y="5796762"/>
                </a:lnTo>
                <a:lnTo>
                  <a:pt x="462788" y="5752363"/>
                </a:lnTo>
                <a:lnTo>
                  <a:pt x="442214" y="5707735"/>
                </a:lnTo>
                <a:lnTo>
                  <a:pt x="422147" y="5662866"/>
                </a:lnTo>
                <a:lnTo>
                  <a:pt x="402463" y="5617768"/>
                </a:lnTo>
                <a:lnTo>
                  <a:pt x="383286" y="5572379"/>
                </a:lnTo>
                <a:lnTo>
                  <a:pt x="364490" y="5526913"/>
                </a:lnTo>
                <a:lnTo>
                  <a:pt x="346202" y="5481066"/>
                </a:lnTo>
                <a:lnTo>
                  <a:pt x="328294" y="5435092"/>
                </a:lnTo>
                <a:lnTo>
                  <a:pt x="310896" y="5388864"/>
                </a:lnTo>
                <a:lnTo>
                  <a:pt x="293878" y="5342382"/>
                </a:lnTo>
                <a:lnTo>
                  <a:pt x="277241" y="5295773"/>
                </a:lnTo>
                <a:lnTo>
                  <a:pt x="261112" y="5248910"/>
                </a:lnTo>
                <a:lnTo>
                  <a:pt x="245490" y="5201793"/>
                </a:lnTo>
                <a:lnTo>
                  <a:pt x="230378" y="5154549"/>
                </a:lnTo>
                <a:lnTo>
                  <a:pt x="215646" y="5107051"/>
                </a:lnTo>
                <a:lnTo>
                  <a:pt x="201294" y="5059299"/>
                </a:lnTo>
                <a:lnTo>
                  <a:pt x="187578" y="5011420"/>
                </a:lnTo>
                <a:lnTo>
                  <a:pt x="174244" y="4963414"/>
                </a:lnTo>
                <a:lnTo>
                  <a:pt x="161290" y="4915154"/>
                </a:lnTo>
                <a:lnTo>
                  <a:pt x="148920" y="4866640"/>
                </a:lnTo>
                <a:lnTo>
                  <a:pt x="136994" y="4817999"/>
                </a:lnTo>
                <a:lnTo>
                  <a:pt x="125552" y="4769104"/>
                </a:lnTo>
                <a:lnTo>
                  <a:pt x="114592" y="4720082"/>
                </a:lnTo>
                <a:lnTo>
                  <a:pt x="104114" y="4670933"/>
                </a:lnTo>
                <a:lnTo>
                  <a:pt x="94119" y="4621530"/>
                </a:lnTo>
                <a:lnTo>
                  <a:pt x="84607" y="4572000"/>
                </a:lnTo>
                <a:lnTo>
                  <a:pt x="75603" y="4522216"/>
                </a:lnTo>
                <a:lnTo>
                  <a:pt x="67081" y="4472305"/>
                </a:lnTo>
                <a:lnTo>
                  <a:pt x="59055" y="4422267"/>
                </a:lnTo>
                <a:lnTo>
                  <a:pt x="51523" y="4371975"/>
                </a:lnTo>
                <a:lnTo>
                  <a:pt x="44500" y="4321683"/>
                </a:lnTo>
                <a:lnTo>
                  <a:pt x="37985" y="4271010"/>
                </a:lnTo>
                <a:lnTo>
                  <a:pt x="31965" y="4220337"/>
                </a:lnTo>
                <a:lnTo>
                  <a:pt x="26466" y="4169537"/>
                </a:lnTo>
                <a:lnTo>
                  <a:pt x="21475" y="4118482"/>
                </a:lnTo>
                <a:lnTo>
                  <a:pt x="16992" y="4067302"/>
                </a:lnTo>
                <a:lnTo>
                  <a:pt x="13030" y="4015994"/>
                </a:lnTo>
                <a:lnTo>
                  <a:pt x="9588" y="3964558"/>
                </a:lnTo>
                <a:lnTo>
                  <a:pt x="6667" y="3912870"/>
                </a:lnTo>
                <a:lnTo>
                  <a:pt x="4279" y="3861180"/>
                </a:lnTo>
                <a:lnTo>
                  <a:pt x="2412" y="3809365"/>
                </a:lnTo>
                <a:lnTo>
                  <a:pt x="1066" y="3757295"/>
                </a:lnTo>
                <a:lnTo>
                  <a:pt x="266" y="3705225"/>
                </a:lnTo>
                <a:lnTo>
                  <a:pt x="0" y="3652901"/>
                </a:lnTo>
                <a:lnTo>
                  <a:pt x="266" y="3600704"/>
                </a:lnTo>
                <a:lnTo>
                  <a:pt x="1066" y="3548634"/>
                </a:lnTo>
                <a:lnTo>
                  <a:pt x="2400" y="3496817"/>
                </a:lnTo>
                <a:lnTo>
                  <a:pt x="4254" y="3445002"/>
                </a:lnTo>
                <a:lnTo>
                  <a:pt x="6642" y="3393313"/>
                </a:lnTo>
                <a:lnTo>
                  <a:pt x="9550" y="3341751"/>
                </a:lnTo>
                <a:lnTo>
                  <a:pt x="12979" y="3290442"/>
                </a:lnTo>
                <a:lnTo>
                  <a:pt x="16929" y="3239262"/>
                </a:lnTo>
                <a:lnTo>
                  <a:pt x="21399" y="3188080"/>
                </a:lnTo>
                <a:lnTo>
                  <a:pt x="26365" y="3137154"/>
                </a:lnTo>
                <a:lnTo>
                  <a:pt x="31851" y="3086354"/>
                </a:lnTo>
                <a:lnTo>
                  <a:pt x="37846" y="3035808"/>
                </a:lnTo>
                <a:lnTo>
                  <a:pt x="44348" y="2985262"/>
                </a:lnTo>
                <a:lnTo>
                  <a:pt x="51346" y="2934970"/>
                </a:lnTo>
                <a:lnTo>
                  <a:pt x="58839" y="2884804"/>
                </a:lnTo>
                <a:lnTo>
                  <a:pt x="66840" y="2834894"/>
                </a:lnTo>
                <a:lnTo>
                  <a:pt x="75323" y="2784983"/>
                </a:lnTo>
                <a:lnTo>
                  <a:pt x="84315" y="2735453"/>
                </a:lnTo>
                <a:lnTo>
                  <a:pt x="93789" y="2685923"/>
                </a:lnTo>
                <a:lnTo>
                  <a:pt x="103746" y="2636647"/>
                </a:lnTo>
                <a:lnTo>
                  <a:pt x="114185" y="2587498"/>
                </a:lnTo>
                <a:lnTo>
                  <a:pt x="125107" y="2538476"/>
                </a:lnTo>
                <a:lnTo>
                  <a:pt x="136512" y="2489835"/>
                </a:lnTo>
                <a:lnTo>
                  <a:pt x="148399" y="2441194"/>
                </a:lnTo>
                <a:lnTo>
                  <a:pt x="160781" y="2392807"/>
                </a:lnTo>
                <a:lnTo>
                  <a:pt x="173609" y="2344547"/>
                </a:lnTo>
                <a:lnTo>
                  <a:pt x="186817" y="2296541"/>
                </a:lnTo>
                <a:lnTo>
                  <a:pt x="200659" y="2248789"/>
                </a:lnTo>
                <a:lnTo>
                  <a:pt x="214884" y="2201164"/>
                </a:lnTo>
                <a:lnTo>
                  <a:pt x="229489" y="2153792"/>
                </a:lnTo>
                <a:lnTo>
                  <a:pt x="244728" y="2106549"/>
                </a:lnTo>
                <a:lnTo>
                  <a:pt x="260222" y="2059559"/>
                </a:lnTo>
                <a:lnTo>
                  <a:pt x="276352" y="2012696"/>
                </a:lnTo>
                <a:lnTo>
                  <a:pt x="292862" y="1966214"/>
                </a:lnTo>
                <a:lnTo>
                  <a:pt x="309753" y="1919732"/>
                </a:lnTo>
                <a:lnTo>
                  <a:pt x="327152" y="1873630"/>
                </a:lnTo>
                <a:lnTo>
                  <a:pt x="344931" y="1827657"/>
                </a:lnTo>
                <a:lnTo>
                  <a:pt x="363219" y="1781937"/>
                </a:lnTo>
                <a:lnTo>
                  <a:pt x="382016" y="1736471"/>
                </a:lnTo>
                <a:lnTo>
                  <a:pt x="401066" y="1691259"/>
                </a:lnTo>
                <a:lnTo>
                  <a:pt x="420750" y="1646174"/>
                </a:lnTo>
                <a:lnTo>
                  <a:pt x="440690" y="1601342"/>
                </a:lnTo>
                <a:lnTo>
                  <a:pt x="461137" y="1556765"/>
                </a:lnTo>
                <a:lnTo>
                  <a:pt x="481965" y="1512442"/>
                </a:lnTo>
                <a:lnTo>
                  <a:pt x="503300" y="1468374"/>
                </a:lnTo>
                <a:lnTo>
                  <a:pt x="525018" y="1424559"/>
                </a:lnTo>
                <a:lnTo>
                  <a:pt x="547116" y="1380871"/>
                </a:lnTo>
                <a:lnTo>
                  <a:pt x="569594" y="1337564"/>
                </a:lnTo>
                <a:lnTo>
                  <a:pt x="592582" y="1294511"/>
                </a:lnTo>
                <a:lnTo>
                  <a:pt x="615950" y="1251585"/>
                </a:lnTo>
                <a:lnTo>
                  <a:pt x="639699" y="1209039"/>
                </a:lnTo>
                <a:lnTo>
                  <a:pt x="663829" y="1166622"/>
                </a:lnTo>
                <a:lnTo>
                  <a:pt x="688339" y="1124585"/>
                </a:lnTo>
                <a:lnTo>
                  <a:pt x="713358" y="1082802"/>
                </a:lnTo>
                <a:lnTo>
                  <a:pt x="738758" y="1041146"/>
                </a:lnTo>
                <a:lnTo>
                  <a:pt x="764413" y="999871"/>
                </a:lnTo>
                <a:lnTo>
                  <a:pt x="790575" y="958850"/>
                </a:lnTo>
                <a:lnTo>
                  <a:pt x="817118" y="918083"/>
                </a:lnTo>
                <a:lnTo>
                  <a:pt x="844042" y="877697"/>
                </a:lnTo>
                <a:lnTo>
                  <a:pt x="871347" y="837438"/>
                </a:lnTo>
                <a:lnTo>
                  <a:pt x="899032" y="797560"/>
                </a:lnTo>
                <a:lnTo>
                  <a:pt x="927100" y="757936"/>
                </a:lnTo>
                <a:lnTo>
                  <a:pt x="955548" y="718565"/>
                </a:lnTo>
                <a:lnTo>
                  <a:pt x="984250" y="679576"/>
                </a:lnTo>
                <a:lnTo>
                  <a:pt x="1013460" y="640841"/>
                </a:lnTo>
                <a:lnTo>
                  <a:pt x="1043051" y="602361"/>
                </a:lnTo>
                <a:lnTo>
                  <a:pt x="1072895" y="564134"/>
                </a:lnTo>
                <a:lnTo>
                  <a:pt x="1103122" y="526288"/>
                </a:lnTo>
                <a:lnTo>
                  <a:pt x="1133729" y="488823"/>
                </a:lnTo>
                <a:lnTo>
                  <a:pt x="1164717" y="451485"/>
                </a:lnTo>
                <a:lnTo>
                  <a:pt x="1196086" y="414527"/>
                </a:lnTo>
                <a:lnTo>
                  <a:pt x="1227836" y="377951"/>
                </a:lnTo>
                <a:lnTo>
                  <a:pt x="1259839" y="341629"/>
                </a:lnTo>
                <a:lnTo>
                  <a:pt x="1292225" y="305561"/>
                </a:lnTo>
                <a:lnTo>
                  <a:pt x="1324991" y="269875"/>
                </a:lnTo>
                <a:lnTo>
                  <a:pt x="1358011" y="234442"/>
                </a:lnTo>
                <a:lnTo>
                  <a:pt x="1391412" y="199390"/>
                </a:lnTo>
                <a:lnTo>
                  <a:pt x="1425194" y="164719"/>
                </a:lnTo>
                <a:lnTo>
                  <a:pt x="1459230" y="130301"/>
                </a:lnTo>
                <a:lnTo>
                  <a:pt x="1595882" y="0"/>
                </a:lnTo>
                <a:close/>
              </a:path>
            </a:pathLst>
          </a:custGeom>
          <a:ln w="9144">
            <a:solidFill>
              <a:srgbClr val="EDED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21663" y="0"/>
            <a:ext cx="9948545" cy="6858000"/>
          </a:xfrm>
          <a:custGeom>
            <a:avLst/>
            <a:gdLst/>
            <a:ahLst/>
            <a:cxnLst/>
            <a:rect l="l" t="t" r="r" b="b"/>
            <a:pathLst>
              <a:path w="9948545" h="6858000">
                <a:moveTo>
                  <a:pt x="8354821" y="0"/>
                </a:moveTo>
                <a:lnTo>
                  <a:pt x="1593342" y="0"/>
                </a:lnTo>
                <a:lnTo>
                  <a:pt x="1456817" y="130301"/>
                </a:lnTo>
                <a:lnTo>
                  <a:pt x="1422908" y="164719"/>
                </a:lnTo>
                <a:lnTo>
                  <a:pt x="1389126" y="199390"/>
                </a:lnTo>
                <a:lnTo>
                  <a:pt x="1355852" y="234442"/>
                </a:lnTo>
                <a:lnTo>
                  <a:pt x="1322832" y="269875"/>
                </a:lnTo>
                <a:lnTo>
                  <a:pt x="1290193" y="305561"/>
                </a:lnTo>
                <a:lnTo>
                  <a:pt x="1257808" y="341629"/>
                </a:lnTo>
                <a:lnTo>
                  <a:pt x="1225804" y="377951"/>
                </a:lnTo>
                <a:lnTo>
                  <a:pt x="1194181" y="414527"/>
                </a:lnTo>
                <a:lnTo>
                  <a:pt x="1162939" y="451485"/>
                </a:lnTo>
                <a:lnTo>
                  <a:pt x="1131951" y="488823"/>
                </a:lnTo>
                <a:lnTo>
                  <a:pt x="1101471" y="526288"/>
                </a:lnTo>
                <a:lnTo>
                  <a:pt x="1071245" y="564134"/>
                </a:lnTo>
                <a:lnTo>
                  <a:pt x="1041400" y="602361"/>
                </a:lnTo>
                <a:lnTo>
                  <a:pt x="1011809" y="640841"/>
                </a:lnTo>
                <a:lnTo>
                  <a:pt x="982726" y="679576"/>
                </a:lnTo>
                <a:lnTo>
                  <a:pt x="954024" y="718565"/>
                </a:lnTo>
                <a:lnTo>
                  <a:pt x="925576" y="757936"/>
                </a:lnTo>
                <a:lnTo>
                  <a:pt x="897636" y="797560"/>
                </a:lnTo>
                <a:lnTo>
                  <a:pt x="869950" y="837438"/>
                </a:lnTo>
                <a:lnTo>
                  <a:pt x="842772" y="877697"/>
                </a:lnTo>
                <a:lnTo>
                  <a:pt x="815848" y="918083"/>
                </a:lnTo>
                <a:lnTo>
                  <a:pt x="789305" y="958850"/>
                </a:lnTo>
                <a:lnTo>
                  <a:pt x="763269" y="999871"/>
                </a:lnTo>
                <a:lnTo>
                  <a:pt x="737616" y="1041146"/>
                </a:lnTo>
                <a:lnTo>
                  <a:pt x="712216" y="1082802"/>
                </a:lnTo>
                <a:lnTo>
                  <a:pt x="687324" y="1124585"/>
                </a:lnTo>
                <a:lnTo>
                  <a:pt x="662813" y="1166622"/>
                </a:lnTo>
                <a:lnTo>
                  <a:pt x="638683" y="1209039"/>
                </a:lnTo>
                <a:lnTo>
                  <a:pt x="614934" y="1251585"/>
                </a:lnTo>
                <a:lnTo>
                  <a:pt x="591693" y="1294511"/>
                </a:lnTo>
                <a:lnTo>
                  <a:pt x="568706" y="1337564"/>
                </a:lnTo>
                <a:lnTo>
                  <a:pt x="546227" y="1380871"/>
                </a:lnTo>
                <a:lnTo>
                  <a:pt x="524129" y="1424559"/>
                </a:lnTo>
                <a:lnTo>
                  <a:pt x="502539" y="1468374"/>
                </a:lnTo>
                <a:lnTo>
                  <a:pt x="481203" y="1512442"/>
                </a:lnTo>
                <a:lnTo>
                  <a:pt x="460375" y="1556765"/>
                </a:lnTo>
                <a:lnTo>
                  <a:pt x="440055" y="1601342"/>
                </a:lnTo>
                <a:lnTo>
                  <a:pt x="419989" y="1646174"/>
                </a:lnTo>
                <a:lnTo>
                  <a:pt x="400558" y="1691259"/>
                </a:lnTo>
                <a:lnTo>
                  <a:pt x="381381" y="1736471"/>
                </a:lnTo>
                <a:lnTo>
                  <a:pt x="362712" y="1781937"/>
                </a:lnTo>
                <a:lnTo>
                  <a:pt x="344424" y="1827657"/>
                </a:lnTo>
                <a:lnTo>
                  <a:pt x="326644" y="1873630"/>
                </a:lnTo>
                <a:lnTo>
                  <a:pt x="309245" y="1919732"/>
                </a:lnTo>
                <a:lnTo>
                  <a:pt x="292354" y="1966214"/>
                </a:lnTo>
                <a:lnTo>
                  <a:pt x="275844" y="2012696"/>
                </a:lnTo>
                <a:lnTo>
                  <a:pt x="259842" y="2059559"/>
                </a:lnTo>
                <a:lnTo>
                  <a:pt x="244348" y="2106549"/>
                </a:lnTo>
                <a:lnTo>
                  <a:pt x="229235" y="2153792"/>
                </a:lnTo>
                <a:lnTo>
                  <a:pt x="214503" y="2201164"/>
                </a:lnTo>
                <a:lnTo>
                  <a:pt x="200279" y="2248789"/>
                </a:lnTo>
                <a:lnTo>
                  <a:pt x="186563" y="2296541"/>
                </a:lnTo>
                <a:lnTo>
                  <a:pt x="173355" y="2344547"/>
                </a:lnTo>
                <a:lnTo>
                  <a:pt x="160528" y="2392807"/>
                </a:lnTo>
                <a:lnTo>
                  <a:pt x="148170" y="2441194"/>
                </a:lnTo>
                <a:lnTo>
                  <a:pt x="136309" y="2489835"/>
                </a:lnTo>
                <a:lnTo>
                  <a:pt x="124917" y="2538476"/>
                </a:lnTo>
                <a:lnTo>
                  <a:pt x="114007" y="2587498"/>
                </a:lnTo>
                <a:lnTo>
                  <a:pt x="103581" y="2636647"/>
                </a:lnTo>
                <a:lnTo>
                  <a:pt x="93637" y="2685923"/>
                </a:lnTo>
                <a:lnTo>
                  <a:pt x="84188" y="2735453"/>
                </a:lnTo>
                <a:lnTo>
                  <a:pt x="75222" y="2784983"/>
                </a:lnTo>
                <a:lnTo>
                  <a:pt x="66738" y="2834894"/>
                </a:lnTo>
                <a:lnTo>
                  <a:pt x="58750" y="2884804"/>
                </a:lnTo>
                <a:lnTo>
                  <a:pt x="51269" y="2934970"/>
                </a:lnTo>
                <a:lnTo>
                  <a:pt x="44272" y="2985262"/>
                </a:lnTo>
                <a:lnTo>
                  <a:pt x="37795" y="3035808"/>
                </a:lnTo>
                <a:lnTo>
                  <a:pt x="31800" y="3086354"/>
                </a:lnTo>
                <a:lnTo>
                  <a:pt x="26327" y="3137154"/>
                </a:lnTo>
                <a:lnTo>
                  <a:pt x="21361" y="3188080"/>
                </a:lnTo>
                <a:lnTo>
                  <a:pt x="16903" y="3239262"/>
                </a:lnTo>
                <a:lnTo>
                  <a:pt x="12966" y="3290442"/>
                </a:lnTo>
                <a:lnTo>
                  <a:pt x="9537" y="3341751"/>
                </a:lnTo>
                <a:lnTo>
                  <a:pt x="6629" y="3393313"/>
                </a:lnTo>
                <a:lnTo>
                  <a:pt x="4254" y="3445002"/>
                </a:lnTo>
                <a:lnTo>
                  <a:pt x="2400" y="3496817"/>
                </a:lnTo>
                <a:lnTo>
                  <a:pt x="1066" y="3548634"/>
                </a:lnTo>
                <a:lnTo>
                  <a:pt x="266" y="3600704"/>
                </a:lnTo>
                <a:lnTo>
                  <a:pt x="0" y="3652901"/>
                </a:lnTo>
                <a:lnTo>
                  <a:pt x="266" y="3705225"/>
                </a:lnTo>
                <a:lnTo>
                  <a:pt x="1066" y="3757295"/>
                </a:lnTo>
                <a:lnTo>
                  <a:pt x="2400" y="3809365"/>
                </a:lnTo>
                <a:lnTo>
                  <a:pt x="4267" y="3861180"/>
                </a:lnTo>
                <a:lnTo>
                  <a:pt x="6654" y="3912870"/>
                </a:lnTo>
                <a:lnTo>
                  <a:pt x="9575" y="3964558"/>
                </a:lnTo>
                <a:lnTo>
                  <a:pt x="13017" y="4015994"/>
                </a:lnTo>
                <a:lnTo>
                  <a:pt x="16967" y="4067302"/>
                </a:lnTo>
                <a:lnTo>
                  <a:pt x="21437" y="4118482"/>
                </a:lnTo>
                <a:lnTo>
                  <a:pt x="26428" y="4169537"/>
                </a:lnTo>
                <a:lnTo>
                  <a:pt x="31927" y="4220337"/>
                </a:lnTo>
                <a:lnTo>
                  <a:pt x="37934" y="4271010"/>
                </a:lnTo>
                <a:lnTo>
                  <a:pt x="44437" y="4321683"/>
                </a:lnTo>
                <a:lnTo>
                  <a:pt x="51460" y="4371975"/>
                </a:lnTo>
                <a:lnTo>
                  <a:pt x="58966" y="4422267"/>
                </a:lnTo>
                <a:lnTo>
                  <a:pt x="66979" y="4472305"/>
                </a:lnTo>
                <a:lnTo>
                  <a:pt x="75488" y="4522216"/>
                </a:lnTo>
                <a:lnTo>
                  <a:pt x="84493" y="4572000"/>
                </a:lnTo>
                <a:lnTo>
                  <a:pt x="93992" y="4621530"/>
                </a:lnTo>
                <a:lnTo>
                  <a:pt x="103962" y="4670933"/>
                </a:lnTo>
                <a:lnTo>
                  <a:pt x="114427" y="4720082"/>
                </a:lnTo>
                <a:lnTo>
                  <a:pt x="125374" y="4769104"/>
                </a:lnTo>
                <a:lnTo>
                  <a:pt x="136804" y="4817999"/>
                </a:lnTo>
                <a:lnTo>
                  <a:pt x="148717" y="4866640"/>
                </a:lnTo>
                <a:lnTo>
                  <a:pt x="161036" y="4915154"/>
                </a:lnTo>
                <a:lnTo>
                  <a:pt x="173990" y="4963414"/>
                </a:lnTo>
                <a:lnTo>
                  <a:pt x="187198" y="5011420"/>
                </a:lnTo>
                <a:lnTo>
                  <a:pt x="201041" y="5059299"/>
                </a:lnTo>
                <a:lnTo>
                  <a:pt x="215265" y="5107051"/>
                </a:lnTo>
                <a:lnTo>
                  <a:pt x="229997" y="5154549"/>
                </a:lnTo>
                <a:lnTo>
                  <a:pt x="245237" y="5201793"/>
                </a:lnTo>
                <a:lnTo>
                  <a:pt x="260858" y="5248910"/>
                </a:lnTo>
                <a:lnTo>
                  <a:pt x="276860" y="5295773"/>
                </a:lnTo>
                <a:lnTo>
                  <a:pt x="293370" y="5342382"/>
                </a:lnTo>
                <a:lnTo>
                  <a:pt x="310388" y="5388864"/>
                </a:lnTo>
                <a:lnTo>
                  <a:pt x="327787" y="5435092"/>
                </a:lnTo>
                <a:lnTo>
                  <a:pt x="345694" y="5481066"/>
                </a:lnTo>
                <a:lnTo>
                  <a:pt x="363982" y="5526913"/>
                </a:lnTo>
                <a:lnTo>
                  <a:pt x="382778" y="5572379"/>
                </a:lnTo>
                <a:lnTo>
                  <a:pt x="401955" y="5617768"/>
                </a:lnTo>
                <a:lnTo>
                  <a:pt x="421513" y="5662866"/>
                </a:lnTo>
                <a:lnTo>
                  <a:pt x="441579" y="5707735"/>
                </a:lnTo>
                <a:lnTo>
                  <a:pt x="462026" y="5752363"/>
                </a:lnTo>
                <a:lnTo>
                  <a:pt x="482981" y="5796762"/>
                </a:lnTo>
                <a:lnTo>
                  <a:pt x="504317" y="5840907"/>
                </a:lnTo>
                <a:lnTo>
                  <a:pt x="526034" y="5884824"/>
                </a:lnTo>
                <a:lnTo>
                  <a:pt x="548132" y="5928487"/>
                </a:lnTo>
                <a:lnTo>
                  <a:pt x="570738" y="5971895"/>
                </a:lnTo>
                <a:lnTo>
                  <a:pt x="593725" y="6015062"/>
                </a:lnTo>
                <a:lnTo>
                  <a:pt x="617093" y="6057976"/>
                </a:lnTo>
                <a:lnTo>
                  <a:pt x="640969" y="6100635"/>
                </a:lnTo>
                <a:lnTo>
                  <a:pt x="665099" y="6143028"/>
                </a:lnTo>
                <a:lnTo>
                  <a:pt x="689737" y="6185154"/>
                </a:lnTo>
                <a:lnTo>
                  <a:pt x="714756" y="6227025"/>
                </a:lnTo>
                <a:lnTo>
                  <a:pt x="740156" y="6268631"/>
                </a:lnTo>
                <a:lnTo>
                  <a:pt x="765937" y="6309969"/>
                </a:lnTo>
                <a:lnTo>
                  <a:pt x="792099" y="6351028"/>
                </a:lnTo>
                <a:lnTo>
                  <a:pt x="818642" y="6391808"/>
                </a:lnTo>
                <a:lnTo>
                  <a:pt x="845566" y="6432321"/>
                </a:lnTo>
                <a:lnTo>
                  <a:pt x="872998" y="6472542"/>
                </a:lnTo>
                <a:lnTo>
                  <a:pt x="900684" y="6512496"/>
                </a:lnTo>
                <a:lnTo>
                  <a:pt x="928751" y="6552158"/>
                </a:lnTo>
                <a:lnTo>
                  <a:pt x="957199" y="6591528"/>
                </a:lnTo>
                <a:lnTo>
                  <a:pt x="986155" y="6630619"/>
                </a:lnTo>
                <a:lnTo>
                  <a:pt x="1015365" y="6669405"/>
                </a:lnTo>
                <a:lnTo>
                  <a:pt x="1044956" y="6707898"/>
                </a:lnTo>
                <a:lnTo>
                  <a:pt x="1074801" y="6746093"/>
                </a:lnTo>
                <a:lnTo>
                  <a:pt x="1105154" y="6783989"/>
                </a:lnTo>
                <a:lnTo>
                  <a:pt x="1135888" y="6821581"/>
                </a:lnTo>
                <a:lnTo>
                  <a:pt x="1167384" y="6857998"/>
                </a:lnTo>
                <a:lnTo>
                  <a:pt x="8780780" y="6857998"/>
                </a:lnTo>
                <a:lnTo>
                  <a:pt x="8812276" y="6821581"/>
                </a:lnTo>
                <a:lnTo>
                  <a:pt x="8843010" y="6783989"/>
                </a:lnTo>
                <a:lnTo>
                  <a:pt x="8873363" y="6746093"/>
                </a:lnTo>
                <a:lnTo>
                  <a:pt x="8903208" y="6707898"/>
                </a:lnTo>
                <a:lnTo>
                  <a:pt x="8932799" y="6669405"/>
                </a:lnTo>
                <a:lnTo>
                  <a:pt x="8962009" y="6630619"/>
                </a:lnTo>
                <a:lnTo>
                  <a:pt x="8990965" y="6591528"/>
                </a:lnTo>
                <a:lnTo>
                  <a:pt x="9019413" y="6552158"/>
                </a:lnTo>
                <a:lnTo>
                  <a:pt x="9047480" y="6512496"/>
                </a:lnTo>
                <a:lnTo>
                  <a:pt x="9075166" y="6472542"/>
                </a:lnTo>
                <a:lnTo>
                  <a:pt x="9102598" y="6432321"/>
                </a:lnTo>
                <a:lnTo>
                  <a:pt x="9129521" y="6391808"/>
                </a:lnTo>
                <a:lnTo>
                  <a:pt x="9156065" y="6351028"/>
                </a:lnTo>
                <a:lnTo>
                  <a:pt x="9182227" y="6309969"/>
                </a:lnTo>
                <a:lnTo>
                  <a:pt x="9208008" y="6268631"/>
                </a:lnTo>
                <a:lnTo>
                  <a:pt x="9233408" y="6227025"/>
                </a:lnTo>
                <a:lnTo>
                  <a:pt x="9258427" y="6185154"/>
                </a:lnTo>
                <a:lnTo>
                  <a:pt x="9283065" y="6143028"/>
                </a:lnTo>
                <a:lnTo>
                  <a:pt x="9307194" y="6100635"/>
                </a:lnTo>
                <a:lnTo>
                  <a:pt x="9331071" y="6057976"/>
                </a:lnTo>
                <a:lnTo>
                  <a:pt x="9354439" y="6015062"/>
                </a:lnTo>
                <a:lnTo>
                  <a:pt x="9377426" y="5971895"/>
                </a:lnTo>
                <a:lnTo>
                  <a:pt x="9400032" y="5928487"/>
                </a:lnTo>
                <a:lnTo>
                  <a:pt x="9422130" y="5884824"/>
                </a:lnTo>
                <a:lnTo>
                  <a:pt x="9443846" y="5840907"/>
                </a:lnTo>
                <a:lnTo>
                  <a:pt x="9465183" y="5796762"/>
                </a:lnTo>
                <a:lnTo>
                  <a:pt x="9486138" y="5752363"/>
                </a:lnTo>
                <a:lnTo>
                  <a:pt x="9506585" y="5707735"/>
                </a:lnTo>
                <a:lnTo>
                  <a:pt x="9526651" y="5662866"/>
                </a:lnTo>
                <a:lnTo>
                  <a:pt x="9546209" y="5617768"/>
                </a:lnTo>
                <a:lnTo>
                  <a:pt x="9565386" y="5572379"/>
                </a:lnTo>
                <a:lnTo>
                  <a:pt x="9584182" y="5526913"/>
                </a:lnTo>
                <a:lnTo>
                  <a:pt x="9602469" y="5481066"/>
                </a:lnTo>
                <a:lnTo>
                  <a:pt x="9620377" y="5435092"/>
                </a:lnTo>
                <a:lnTo>
                  <a:pt x="9637776" y="5388864"/>
                </a:lnTo>
                <a:lnTo>
                  <a:pt x="9654794" y="5342382"/>
                </a:lnTo>
                <a:lnTo>
                  <a:pt x="9671304" y="5295773"/>
                </a:lnTo>
                <a:lnTo>
                  <a:pt x="9687306" y="5248910"/>
                </a:lnTo>
                <a:lnTo>
                  <a:pt x="9702927" y="5201793"/>
                </a:lnTo>
                <a:lnTo>
                  <a:pt x="9718167" y="5154549"/>
                </a:lnTo>
                <a:lnTo>
                  <a:pt x="9732899" y="5107051"/>
                </a:lnTo>
                <a:lnTo>
                  <a:pt x="9747123" y="5059299"/>
                </a:lnTo>
                <a:lnTo>
                  <a:pt x="9760966" y="5011420"/>
                </a:lnTo>
                <a:lnTo>
                  <a:pt x="9774174" y="4963414"/>
                </a:lnTo>
                <a:lnTo>
                  <a:pt x="9787128" y="4915154"/>
                </a:lnTo>
                <a:lnTo>
                  <a:pt x="9799446" y="4866640"/>
                </a:lnTo>
                <a:lnTo>
                  <a:pt x="9811385" y="4817999"/>
                </a:lnTo>
                <a:lnTo>
                  <a:pt x="9822815" y="4769104"/>
                </a:lnTo>
                <a:lnTo>
                  <a:pt x="9833737" y="4720082"/>
                </a:lnTo>
                <a:lnTo>
                  <a:pt x="9844151" y="4670933"/>
                </a:lnTo>
                <a:lnTo>
                  <a:pt x="9854184" y="4621530"/>
                </a:lnTo>
                <a:lnTo>
                  <a:pt x="9863709" y="4572000"/>
                </a:lnTo>
                <a:lnTo>
                  <a:pt x="9872726" y="4522216"/>
                </a:lnTo>
                <a:lnTo>
                  <a:pt x="9881235" y="4472305"/>
                </a:lnTo>
                <a:lnTo>
                  <a:pt x="9889236" y="4422267"/>
                </a:lnTo>
                <a:lnTo>
                  <a:pt x="9896729" y="4371975"/>
                </a:lnTo>
                <a:lnTo>
                  <a:pt x="9903714" y="4321683"/>
                </a:lnTo>
                <a:lnTo>
                  <a:pt x="9910191" y="4271010"/>
                </a:lnTo>
                <a:lnTo>
                  <a:pt x="9916287" y="4220337"/>
                </a:lnTo>
                <a:lnTo>
                  <a:pt x="9921748" y="4169537"/>
                </a:lnTo>
                <a:lnTo>
                  <a:pt x="9926701" y="4118482"/>
                </a:lnTo>
                <a:lnTo>
                  <a:pt x="9931146" y="4067302"/>
                </a:lnTo>
                <a:lnTo>
                  <a:pt x="9935210" y="4015994"/>
                </a:lnTo>
                <a:lnTo>
                  <a:pt x="9938639" y="3964558"/>
                </a:lnTo>
                <a:lnTo>
                  <a:pt x="9941560" y="3912870"/>
                </a:lnTo>
                <a:lnTo>
                  <a:pt x="9943846" y="3861180"/>
                </a:lnTo>
                <a:lnTo>
                  <a:pt x="9945751" y="3809365"/>
                </a:lnTo>
                <a:lnTo>
                  <a:pt x="9947148" y="3757295"/>
                </a:lnTo>
                <a:lnTo>
                  <a:pt x="9947910" y="3705225"/>
                </a:lnTo>
                <a:lnTo>
                  <a:pt x="9948164" y="3652901"/>
                </a:lnTo>
                <a:lnTo>
                  <a:pt x="9947910" y="3600704"/>
                </a:lnTo>
                <a:lnTo>
                  <a:pt x="9947148" y="3548634"/>
                </a:lnTo>
                <a:lnTo>
                  <a:pt x="9945751" y="3496817"/>
                </a:lnTo>
                <a:lnTo>
                  <a:pt x="9943846" y="3445002"/>
                </a:lnTo>
                <a:lnTo>
                  <a:pt x="9941560" y="3393313"/>
                </a:lnTo>
                <a:lnTo>
                  <a:pt x="9938639" y="3341751"/>
                </a:lnTo>
                <a:lnTo>
                  <a:pt x="9935210" y="3290442"/>
                </a:lnTo>
                <a:lnTo>
                  <a:pt x="9931273" y="3239262"/>
                </a:lnTo>
                <a:lnTo>
                  <a:pt x="9926828" y="3188080"/>
                </a:lnTo>
                <a:lnTo>
                  <a:pt x="9921875" y="3137154"/>
                </a:lnTo>
                <a:lnTo>
                  <a:pt x="9916414" y="3086354"/>
                </a:lnTo>
                <a:lnTo>
                  <a:pt x="9910317" y="3035808"/>
                </a:lnTo>
                <a:lnTo>
                  <a:pt x="9903841" y="2985262"/>
                </a:lnTo>
                <a:lnTo>
                  <a:pt x="9896856" y="2934970"/>
                </a:lnTo>
                <a:lnTo>
                  <a:pt x="9889363" y="2884804"/>
                </a:lnTo>
                <a:lnTo>
                  <a:pt x="9881362" y="2834894"/>
                </a:lnTo>
                <a:lnTo>
                  <a:pt x="9872980" y="2784983"/>
                </a:lnTo>
                <a:lnTo>
                  <a:pt x="9863963" y="2735453"/>
                </a:lnTo>
                <a:lnTo>
                  <a:pt x="9854565" y="2685923"/>
                </a:lnTo>
                <a:lnTo>
                  <a:pt x="9844532" y="2636647"/>
                </a:lnTo>
                <a:lnTo>
                  <a:pt x="9834117" y="2587498"/>
                </a:lnTo>
                <a:lnTo>
                  <a:pt x="9823196" y="2538476"/>
                </a:lnTo>
                <a:lnTo>
                  <a:pt x="9811892" y="2489835"/>
                </a:lnTo>
                <a:lnTo>
                  <a:pt x="9799955" y="2441194"/>
                </a:lnTo>
                <a:lnTo>
                  <a:pt x="9787636" y="2392807"/>
                </a:lnTo>
                <a:lnTo>
                  <a:pt x="9774809" y="2344547"/>
                </a:lnTo>
                <a:lnTo>
                  <a:pt x="9761601" y="2296541"/>
                </a:lnTo>
                <a:lnTo>
                  <a:pt x="9747885" y="2248789"/>
                </a:lnTo>
                <a:lnTo>
                  <a:pt x="9733661" y="2201164"/>
                </a:lnTo>
                <a:lnTo>
                  <a:pt x="9718929" y="2153792"/>
                </a:lnTo>
                <a:lnTo>
                  <a:pt x="9703816" y="2106549"/>
                </a:lnTo>
                <a:lnTo>
                  <a:pt x="9688321" y="2059559"/>
                </a:lnTo>
                <a:lnTo>
                  <a:pt x="9672319" y="2012696"/>
                </a:lnTo>
                <a:lnTo>
                  <a:pt x="9655810" y="1966214"/>
                </a:lnTo>
                <a:lnTo>
                  <a:pt x="9638919" y="1919732"/>
                </a:lnTo>
                <a:lnTo>
                  <a:pt x="9621519" y="1873630"/>
                </a:lnTo>
                <a:lnTo>
                  <a:pt x="9603740" y="1827657"/>
                </a:lnTo>
                <a:lnTo>
                  <a:pt x="9585452" y="1781937"/>
                </a:lnTo>
                <a:lnTo>
                  <a:pt x="9566783" y="1736471"/>
                </a:lnTo>
                <a:lnTo>
                  <a:pt x="9547606" y="1691259"/>
                </a:lnTo>
                <a:lnTo>
                  <a:pt x="9528175" y="1646174"/>
                </a:lnTo>
                <a:lnTo>
                  <a:pt x="9508109" y="1601342"/>
                </a:lnTo>
                <a:lnTo>
                  <a:pt x="9487789" y="1556765"/>
                </a:lnTo>
                <a:lnTo>
                  <a:pt x="9466961" y="1512442"/>
                </a:lnTo>
                <a:lnTo>
                  <a:pt x="9445625" y="1468374"/>
                </a:lnTo>
                <a:lnTo>
                  <a:pt x="9424035" y="1424559"/>
                </a:lnTo>
                <a:lnTo>
                  <a:pt x="9401937" y="1380871"/>
                </a:lnTo>
                <a:lnTo>
                  <a:pt x="9379458" y="1337564"/>
                </a:lnTo>
                <a:lnTo>
                  <a:pt x="9356471" y="1294511"/>
                </a:lnTo>
                <a:lnTo>
                  <a:pt x="9333230" y="1251585"/>
                </a:lnTo>
                <a:lnTo>
                  <a:pt x="9309481" y="1209039"/>
                </a:lnTo>
                <a:lnTo>
                  <a:pt x="9285351" y="1166622"/>
                </a:lnTo>
                <a:lnTo>
                  <a:pt x="9260840" y="1124585"/>
                </a:lnTo>
                <a:lnTo>
                  <a:pt x="9235948" y="1082802"/>
                </a:lnTo>
                <a:lnTo>
                  <a:pt x="9210548" y="1041146"/>
                </a:lnTo>
                <a:lnTo>
                  <a:pt x="9184894" y="999871"/>
                </a:lnTo>
                <a:lnTo>
                  <a:pt x="9158859" y="958850"/>
                </a:lnTo>
                <a:lnTo>
                  <a:pt x="9132316" y="918083"/>
                </a:lnTo>
                <a:lnTo>
                  <a:pt x="9105392" y="877697"/>
                </a:lnTo>
                <a:lnTo>
                  <a:pt x="9078214" y="837438"/>
                </a:lnTo>
                <a:lnTo>
                  <a:pt x="9050528" y="797560"/>
                </a:lnTo>
                <a:lnTo>
                  <a:pt x="9022588" y="757936"/>
                </a:lnTo>
                <a:lnTo>
                  <a:pt x="8994140" y="718565"/>
                </a:lnTo>
                <a:lnTo>
                  <a:pt x="8965438" y="679576"/>
                </a:lnTo>
                <a:lnTo>
                  <a:pt x="8936355" y="640841"/>
                </a:lnTo>
                <a:lnTo>
                  <a:pt x="8906764" y="602361"/>
                </a:lnTo>
                <a:lnTo>
                  <a:pt x="8876919" y="564134"/>
                </a:lnTo>
                <a:lnTo>
                  <a:pt x="8846692" y="526288"/>
                </a:lnTo>
                <a:lnTo>
                  <a:pt x="8816213" y="488823"/>
                </a:lnTo>
                <a:lnTo>
                  <a:pt x="8785225" y="451485"/>
                </a:lnTo>
                <a:lnTo>
                  <a:pt x="8753983" y="414527"/>
                </a:lnTo>
                <a:lnTo>
                  <a:pt x="8722360" y="377951"/>
                </a:lnTo>
                <a:lnTo>
                  <a:pt x="8690356" y="341629"/>
                </a:lnTo>
                <a:lnTo>
                  <a:pt x="8657971" y="305561"/>
                </a:lnTo>
                <a:lnTo>
                  <a:pt x="8625332" y="269875"/>
                </a:lnTo>
                <a:lnTo>
                  <a:pt x="8592312" y="234442"/>
                </a:lnTo>
                <a:lnTo>
                  <a:pt x="8559038" y="199390"/>
                </a:lnTo>
                <a:lnTo>
                  <a:pt x="8525256" y="164719"/>
                </a:lnTo>
                <a:lnTo>
                  <a:pt x="8491346" y="130301"/>
                </a:lnTo>
                <a:lnTo>
                  <a:pt x="83548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rgbClr val="FF0000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27531" y="6345936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20">
                <a:moveTo>
                  <a:pt x="0" y="0"/>
                </a:moveTo>
                <a:lnTo>
                  <a:pt x="10516997" y="7124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27531" y="6347460"/>
            <a:ext cx="519430" cy="263525"/>
          </a:xfrm>
          <a:custGeom>
            <a:avLst/>
            <a:gdLst/>
            <a:ahLst/>
            <a:cxnLst/>
            <a:rect l="l" t="t" r="r" b="b"/>
            <a:pathLst>
              <a:path w="519430" h="263525">
                <a:moveTo>
                  <a:pt x="519417" y="0"/>
                </a:moveTo>
                <a:lnTo>
                  <a:pt x="0" y="0"/>
                </a:lnTo>
                <a:lnTo>
                  <a:pt x="0" y="263029"/>
                </a:lnTo>
                <a:lnTo>
                  <a:pt x="519417" y="263029"/>
                </a:lnTo>
                <a:lnTo>
                  <a:pt x="51941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27532" y="1013460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19">
                <a:moveTo>
                  <a:pt x="0" y="0"/>
                </a:moveTo>
                <a:lnTo>
                  <a:pt x="10516997" y="7112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7283" y="403606"/>
            <a:ext cx="10657433" cy="535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1" i="0">
                <a:solidFill>
                  <a:srgbClr val="FF0000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7283" y="1077438"/>
            <a:ext cx="10485755" cy="4417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73531" y="6355850"/>
            <a:ext cx="255397" cy="203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aharatech.gov.eg/course/view.php?id=2294" TargetMode="External"/><Relationship Id="rId7" Type="http://schemas.openxmlformats.org/officeDocument/2006/relationships/image" Target="../media/image9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hyperlink" Target="https://maharatech.gov.eg/course/view.php?id=2299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g"/><Relationship Id="rId9" Type="http://schemas.openxmlformats.org/officeDocument/2006/relationships/image" Target="../media/image21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ngroup.com/articles/ai-tools-productivity-gains/" TargetMode="External"/><Relationship Id="rId5" Type="http://schemas.openxmlformats.org/officeDocument/2006/relationships/hyperlink" Target="https://www.nngroup.com/" TargetMode="External"/><Relationship Id="rId4" Type="http://schemas.openxmlformats.org/officeDocument/2006/relationships/image" Target="../media/image32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pwork.com/freelance-jobs/apply/GenAI-engineer-build-GenAI-powered-modules-astrology-app_~021881618645551659676" TargetMode="External"/><Relationship Id="rId13" Type="http://schemas.openxmlformats.org/officeDocument/2006/relationships/hyperlink" Target="https://www.upwork.com/nx/search/jobs/?q=%28Generative%20OR%20AI%2C%20OR%20RAG%2C%20OR%20AI%20OR%20Agent%2C%20OR%20OpenAI%2C%20OR%20CrewAI%2C%20OR%20LangChain%2C%20OR%20Ollama%29" TargetMode="External"/><Relationship Id="rId3" Type="http://schemas.openxmlformats.org/officeDocument/2006/relationships/hyperlink" Target="https://www.upwork.com/freelance-jobs/apply/Image-Generation-and-Deepfake-Model-Creation_~021881794452938416889/" TargetMode="External"/><Relationship Id="rId7" Type="http://schemas.openxmlformats.org/officeDocument/2006/relationships/hyperlink" Target="https://www.upwork.com/freelance-jobs/apply/Engineer-for-Medical-RAG-based-Chatbot-Development_~021881624414860206842/" TargetMode="External"/><Relationship Id="rId12" Type="http://schemas.openxmlformats.org/officeDocument/2006/relationships/hyperlink" Target="https://www.upwork.com/freelance-jobs/apply/Web-App-Development-with-for-Meta-Ads-Management_~021881794584266719922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pwork.com/freelance-jobs/apply/Developers-for-agents_~021881675659455740572" TargetMode="External"/><Relationship Id="rId11" Type="http://schemas.openxmlformats.org/officeDocument/2006/relationships/hyperlink" Target="https://www.upwork.com/freelance-jobs/apply/Developer-Needed-Build-Agents-for-Data-Analysis-and-Digital-Advertising_~021881780923224053520/" TargetMode="External"/><Relationship Id="rId5" Type="http://schemas.openxmlformats.org/officeDocument/2006/relationships/hyperlink" Target="https://www.upwork.com/freelance-jobs/apply/Next-Developer-Needed-for-SaaS-Application-Integration-with-Features_~021881678256977076985" TargetMode="External"/><Relationship Id="rId15" Type="http://schemas.openxmlformats.org/officeDocument/2006/relationships/hyperlink" Target="https://mostaql.com/projects?keyword=%D8%B0%D9%83%D8%A7%D8%A1%20%D8%B5%D9%86%D8%A7%D8%B9%D9%8A&amp;category=development&amp;budget_max=10000&amp;sort=latest" TargetMode="External"/><Relationship Id="rId10" Type="http://schemas.openxmlformats.org/officeDocument/2006/relationships/hyperlink" Target="https://www.upwork.com/freelance-jobs/apply/Full-Stack-Developer-with-Experience-Replit-Preferred_~021881796303256076978/" TargetMode="External"/><Relationship Id="rId4" Type="http://schemas.openxmlformats.org/officeDocument/2006/relationships/hyperlink" Target="https://www.upwork.com/freelance-jobs/apply/developer-rag-llm-fullstack_~021881708937543279353/" TargetMode="External"/><Relationship Id="rId9" Type="http://schemas.openxmlformats.org/officeDocument/2006/relationships/hyperlink" Target="https://www.upwork.com/freelance-jobs/apply/CReate-Agent-using-Open-Google-API-CrewAI_~021881796324131127986/" TargetMode="External"/><Relationship Id="rId14" Type="http://schemas.openxmlformats.org/officeDocument/2006/relationships/hyperlink" Target="https://khamsat.com/search?c%5B%5D=5&amp;sc%5B%5D=169&amp;sl%5B%5D=seller_level_3&amp;sl%5B%5D=seller_level_2&amp;sl%5B%5D=seller_level_4&amp;siv=false&amp;no_keyword=false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marianaai.com/" TargetMode="External"/><Relationship Id="rId3" Type="http://schemas.openxmlformats.org/officeDocument/2006/relationships/hyperlink" Target="https://loop-x.co/" TargetMode="External"/><Relationship Id="rId7" Type="http://schemas.openxmlformats.org/officeDocument/2006/relationships/hyperlink" Target="https://nancy-ai.com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velents.com/" TargetMode="External"/><Relationship Id="rId11" Type="http://schemas.openxmlformats.org/officeDocument/2006/relationships/hyperlink" Target="https://www.facebook.com/reel/605938575420991" TargetMode="External"/><Relationship Id="rId5" Type="http://schemas.openxmlformats.org/officeDocument/2006/relationships/hyperlink" Target="https://www.apriora.ai/" TargetMode="External"/><Relationship Id="rId10" Type="http://schemas.openxmlformats.org/officeDocument/2006/relationships/image" Target="../media/image35.jpg"/><Relationship Id="rId4" Type="http://schemas.openxmlformats.org/officeDocument/2006/relationships/hyperlink" Target="https://gemelo.ai/" TargetMode="External"/><Relationship Id="rId9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apriora.ai/" TargetMode="External"/><Relationship Id="rId5" Type="http://schemas.openxmlformats.org/officeDocument/2006/relationships/image" Target="../media/image40.jpg"/><Relationship Id="rId4" Type="http://schemas.openxmlformats.org/officeDocument/2006/relationships/hyperlink" Target="https://www.youtube.com/watch?v=Q7dqyoHUJ5I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jp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chatgpt.com/" TargetMode="External"/><Relationship Id="rId13" Type="http://schemas.openxmlformats.org/officeDocument/2006/relationships/image" Target="../media/image60.jpg"/><Relationship Id="rId3" Type="http://schemas.openxmlformats.org/officeDocument/2006/relationships/image" Target="../media/image53.jpg"/><Relationship Id="rId7" Type="http://schemas.openxmlformats.org/officeDocument/2006/relationships/image" Target="../media/image55.jpg"/><Relationship Id="rId12" Type="http://schemas.openxmlformats.org/officeDocument/2006/relationships/image" Target="../media/image59.jpg"/><Relationship Id="rId2" Type="http://schemas.openxmlformats.org/officeDocument/2006/relationships/hyperlink" Target="https://poe.com/" TargetMode="External"/><Relationship Id="rId16" Type="http://schemas.openxmlformats.org/officeDocument/2006/relationships/image" Target="../media/image62.jp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emini.google.com/" TargetMode="External"/><Relationship Id="rId11" Type="http://schemas.openxmlformats.org/officeDocument/2006/relationships/image" Target="../media/image58.jpg"/><Relationship Id="rId5" Type="http://schemas.openxmlformats.org/officeDocument/2006/relationships/image" Target="../media/image54.jpg"/><Relationship Id="rId15" Type="http://schemas.openxmlformats.org/officeDocument/2006/relationships/hyperlink" Target="https://claude.ai/" TargetMode="External"/><Relationship Id="rId10" Type="http://schemas.openxmlformats.org/officeDocument/2006/relationships/image" Target="../media/image57.jpg"/><Relationship Id="rId4" Type="http://schemas.openxmlformats.org/officeDocument/2006/relationships/hyperlink" Target="https://copilot.microsoft.com/" TargetMode="External"/><Relationship Id="rId9" Type="http://schemas.openxmlformats.org/officeDocument/2006/relationships/image" Target="../media/image56.jpg"/><Relationship Id="rId14" Type="http://schemas.openxmlformats.org/officeDocument/2006/relationships/image" Target="../media/image6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docs/models" TargetMode="External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hyperlink" Target="https://openai.com/sora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jpg"/><Relationship Id="rId3" Type="http://schemas.openxmlformats.org/officeDocument/2006/relationships/image" Target="../media/image66.jpg"/><Relationship Id="rId7" Type="http://schemas.openxmlformats.org/officeDocument/2006/relationships/image" Target="../media/image70.jpg"/><Relationship Id="rId2" Type="http://schemas.openxmlformats.org/officeDocument/2006/relationships/hyperlink" Target="https://twitter.com/BrianRoemmele/status/1707016860523442361?ref_src=twsrc%5Etfw%7Ctwcamp%5Etweetembed%7Ctwterm%5E1707016860523442361%7Ctwgr%5E5035dd34da035415403eac269bb2f125597245c3%7Ctwcon%5Es1_c10&amp;ref_url=https%3A%2F%2Fme.mashable.com%2Ftech%2F33160%2Fchatgpt-vision-lets-you-submit-images-in-your-prompts-7-wild-ways-people-are-using-it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jpg"/><Relationship Id="rId11" Type="http://schemas.openxmlformats.org/officeDocument/2006/relationships/image" Target="../media/image74.jpg"/><Relationship Id="rId5" Type="http://schemas.openxmlformats.org/officeDocument/2006/relationships/image" Target="../media/image68.jpg"/><Relationship Id="rId10" Type="http://schemas.openxmlformats.org/officeDocument/2006/relationships/image" Target="../media/image73.jpg"/><Relationship Id="rId4" Type="http://schemas.openxmlformats.org/officeDocument/2006/relationships/image" Target="../media/image67.jpg"/><Relationship Id="rId9" Type="http://schemas.openxmlformats.org/officeDocument/2006/relationships/image" Target="../media/image72.jp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7.jp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jp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jpg"/><Relationship Id="rId4" Type="http://schemas.openxmlformats.org/officeDocument/2006/relationships/image" Target="../media/image9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jpg"/><Relationship Id="rId5" Type="http://schemas.openxmlformats.org/officeDocument/2006/relationships/image" Target="../media/image106.jpg"/><Relationship Id="rId4" Type="http://schemas.openxmlformats.org/officeDocument/2006/relationships/image" Target="../media/image10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g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g"/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2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g"/><Relationship Id="rId2" Type="http://schemas.openxmlformats.org/officeDocument/2006/relationships/hyperlink" Target="https://help.openai.com/en/articles/6654000-best-practices-for-prompt-engineering-with-openai-api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jp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7.jp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jpg"/><Relationship Id="rId3" Type="http://schemas.openxmlformats.org/officeDocument/2006/relationships/image" Target="../media/image131.png"/><Relationship Id="rId7" Type="http://schemas.openxmlformats.org/officeDocument/2006/relationships/image" Target="../media/image135.jp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4.jpg"/><Relationship Id="rId5" Type="http://schemas.openxmlformats.org/officeDocument/2006/relationships/image" Target="../media/image133.png"/><Relationship Id="rId4" Type="http://schemas.openxmlformats.org/officeDocument/2006/relationships/image" Target="../media/image132.png"/><Relationship Id="rId9" Type="http://schemas.openxmlformats.org/officeDocument/2006/relationships/image" Target="../media/image137.jp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jp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jpg"/><Relationship Id="rId2" Type="http://schemas.openxmlformats.org/officeDocument/2006/relationships/hyperlink" Target="http://drive.google.com/file/d/1JHmGJB_IDMVVor-bv1dB8XDhM59yi-KC/view" TargetMode="Externa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3.jp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jpg"/><Relationship Id="rId3" Type="http://schemas.openxmlformats.org/officeDocument/2006/relationships/image" Target="../media/image145.jpg"/><Relationship Id="rId7" Type="http://schemas.openxmlformats.org/officeDocument/2006/relationships/image" Target="../media/image149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maharatech.gov.eg/course/view.php?id=2294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haratech.gov.eg/course/view.php?id=2299" TargetMode="External"/><Relationship Id="rId5" Type="http://schemas.openxmlformats.org/officeDocument/2006/relationships/hyperlink" Target="https://learn.deeplearning.ai/courses/chatgpt-prompt-eng/lesson/dfbds/introduction" TargetMode="External"/><Relationship Id="rId4" Type="http://schemas.openxmlformats.org/officeDocument/2006/relationships/hyperlink" Target="https://www.coursera.org/learn/advanced-prompt-engineering-for-everyone" TargetMode="Externa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deeplearning.ai/courses/chatgpt-prompt-eng/lesson/dfbds/introduction" TargetMode="External"/><Relationship Id="rId2" Type="http://schemas.openxmlformats.org/officeDocument/2006/relationships/image" Target="../media/image151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rsera.org/learn/advanced-prompt-engineering-for-everyone" TargetMode="External"/><Relationship Id="rId2" Type="http://schemas.openxmlformats.org/officeDocument/2006/relationships/image" Target="../media/image15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69079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4" h="3593465">
                <a:moveTo>
                  <a:pt x="1878838" y="0"/>
                </a:moveTo>
                <a:lnTo>
                  <a:pt x="0" y="0"/>
                </a:lnTo>
                <a:lnTo>
                  <a:pt x="0" y="3593338"/>
                </a:lnTo>
                <a:lnTo>
                  <a:pt x="48514" y="3592703"/>
                </a:lnTo>
                <a:lnTo>
                  <a:pt x="96647" y="3590798"/>
                </a:lnTo>
                <a:lnTo>
                  <a:pt x="144525" y="3587877"/>
                </a:lnTo>
                <a:lnTo>
                  <a:pt x="192024" y="3583686"/>
                </a:lnTo>
                <a:lnTo>
                  <a:pt x="239141" y="3578225"/>
                </a:lnTo>
                <a:lnTo>
                  <a:pt x="286004" y="3571748"/>
                </a:lnTo>
                <a:lnTo>
                  <a:pt x="332486" y="3564001"/>
                </a:lnTo>
                <a:lnTo>
                  <a:pt x="378460" y="3555238"/>
                </a:lnTo>
                <a:lnTo>
                  <a:pt x="424180" y="3545332"/>
                </a:lnTo>
                <a:lnTo>
                  <a:pt x="469392" y="3534410"/>
                </a:lnTo>
                <a:lnTo>
                  <a:pt x="514223" y="3522345"/>
                </a:lnTo>
                <a:lnTo>
                  <a:pt x="558546" y="3509137"/>
                </a:lnTo>
                <a:lnTo>
                  <a:pt x="602361" y="3494913"/>
                </a:lnTo>
                <a:lnTo>
                  <a:pt x="645795" y="3479673"/>
                </a:lnTo>
                <a:lnTo>
                  <a:pt x="688721" y="3463416"/>
                </a:lnTo>
                <a:lnTo>
                  <a:pt x="731139" y="3446145"/>
                </a:lnTo>
                <a:lnTo>
                  <a:pt x="773049" y="3427984"/>
                </a:lnTo>
                <a:lnTo>
                  <a:pt x="814324" y="3408679"/>
                </a:lnTo>
                <a:lnTo>
                  <a:pt x="855091" y="3388487"/>
                </a:lnTo>
                <a:lnTo>
                  <a:pt x="895350" y="3367404"/>
                </a:lnTo>
                <a:lnTo>
                  <a:pt x="934974" y="3345307"/>
                </a:lnTo>
                <a:lnTo>
                  <a:pt x="974090" y="3322320"/>
                </a:lnTo>
                <a:lnTo>
                  <a:pt x="1012444" y="3298444"/>
                </a:lnTo>
                <a:lnTo>
                  <a:pt x="1050290" y="3273679"/>
                </a:lnTo>
                <a:lnTo>
                  <a:pt x="1087374" y="3248025"/>
                </a:lnTo>
                <a:lnTo>
                  <a:pt x="1123950" y="3221482"/>
                </a:lnTo>
                <a:lnTo>
                  <a:pt x="1159764" y="3194050"/>
                </a:lnTo>
                <a:lnTo>
                  <a:pt x="1194943" y="3165855"/>
                </a:lnTo>
                <a:lnTo>
                  <a:pt x="1229360" y="3136900"/>
                </a:lnTo>
                <a:lnTo>
                  <a:pt x="1263142" y="3107054"/>
                </a:lnTo>
                <a:lnTo>
                  <a:pt x="1296035" y="3076448"/>
                </a:lnTo>
                <a:lnTo>
                  <a:pt x="1328293" y="3045079"/>
                </a:lnTo>
                <a:lnTo>
                  <a:pt x="1359789" y="3013075"/>
                </a:lnTo>
                <a:lnTo>
                  <a:pt x="1390523" y="2980182"/>
                </a:lnTo>
                <a:lnTo>
                  <a:pt x="1420495" y="2946527"/>
                </a:lnTo>
                <a:lnTo>
                  <a:pt x="1449578" y="2912237"/>
                </a:lnTo>
                <a:lnTo>
                  <a:pt x="1477899" y="2877312"/>
                </a:lnTo>
                <a:lnTo>
                  <a:pt x="1505458" y="2841625"/>
                </a:lnTo>
                <a:lnTo>
                  <a:pt x="1532001" y="2805176"/>
                </a:lnTo>
                <a:lnTo>
                  <a:pt x="1557782" y="2768219"/>
                </a:lnTo>
                <a:lnTo>
                  <a:pt x="1582674" y="2730627"/>
                </a:lnTo>
                <a:lnTo>
                  <a:pt x="1606677" y="2692273"/>
                </a:lnTo>
                <a:lnTo>
                  <a:pt x="1629791" y="2653411"/>
                </a:lnTo>
                <a:lnTo>
                  <a:pt x="1651889" y="2613914"/>
                </a:lnTo>
                <a:lnTo>
                  <a:pt x="1673225" y="2573909"/>
                </a:lnTo>
                <a:lnTo>
                  <a:pt x="1693418" y="2533269"/>
                </a:lnTo>
                <a:lnTo>
                  <a:pt x="1712722" y="2492121"/>
                </a:lnTo>
                <a:lnTo>
                  <a:pt x="1731137" y="2450465"/>
                </a:lnTo>
                <a:lnTo>
                  <a:pt x="1748409" y="2408174"/>
                </a:lnTo>
                <a:lnTo>
                  <a:pt x="1764792" y="2365502"/>
                </a:lnTo>
                <a:lnTo>
                  <a:pt x="1780032" y="2322195"/>
                </a:lnTo>
                <a:lnTo>
                  <a:pt x="1794256" y="2278507"/>
                </a:lnTo>
                <a:lnTo>
                  <a:pt x="1807464" y="2234438"/>
                </a:lnTo>
                <a:lnTo>
                  <a:pt x="1819656" y="2189734"/>
                </a:lnTo>
                <a:lnTo>
                  <a:pt x="1830705" y="2144776"/>
                </a:lnTo>
                <a:lnTo>
                  <a:pt x="1840611" y="2099310"/>
                </a:lnTo>
                <a:lnTo>
                  <a:pt x="1849501" y="2053463"/>
                </a:lnTo>
                <a:lnTo>
                  <a:pt x="1857121" y="2007108"/>
                </a:lnTo>
                <a:lnTo>
                  <a:pt x="1863725" y="1960499"/>
                </a:lnTo>
                <a:lnTo>
                  <a:pt x="1869059" y="1913509"/>
                </a:lnTo>
                <a:lnTo>
                  <a:pt x="1873377" y="1866264"/>
                </a:lnTo>
                <a:lnTo>
                  <a:pt x="1876298" y="1818639"/>
                </a:lnTo>
                <a:lnTo>
                  <a:pt x="1878203" y="1770634"/>
                </a:lnTo>
                <a:lnTo>
                  <a:pt x="1878838" y="1722374"/>
                </a:lnTo>
                <a:lnTo>
                  <a:pt x="1878838" y="0"/>
                </a:lnTo>
                <a:close/>
              </a:path>
            </a:pathLst>
          </a:custGeom>
          <a:solidFill>
            <a:srgbClr val="B022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21764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4" h="3593465">
                <a:moveTo>
                  <a:pt x="1878838" y="0"/>
                </a:moveTo>
                <a:lnTo>
                  <a:pt x="0" y="0"/>
                </a:lnTo>
                <a:lnTo>
                  <a:pt x="0" y="3593338"/>
                </a:lnTo>
                <a:lnTo>
                  <a:pt x="48513" y="3592703"/>
                </a:lnTo>
                <a:lnTo>
                  <a:pt x="96647" y="3590798"/>
                </a:lnTo>
                <a:lnTo>
                  <a:pt x="144525" y="3587877"/>
                </a:lnTo>
                <a:lnTo>
                  <a:pt x="192024" y="3583686"/>
                </a:lnTo>
                <a:lnTo>
                  <a:pt x="239141" y="3578225"/>
                </a:lnTo>
                <a:lnTo>
                  <a:pt x="286004" y="3571748"/>
                </a:lnTo>
                <a:lnTo>
                  <a:pt x="332486" y="3564001"/>
                </a:lnTo>
                <a:lnTo>
                  <a:pt x="378460" y="3555238"/>
                </a:lnTo>
                <a:lnTo>
                  <a:pt x="424180" y="3545332"/>
                </a:lnTo>
                <a:lnTo>
                  <a:pt x="469392" y="3534410"/>
                </a:lnTo>
                <a:lnTo>
                  <a:pt x="514223" y="3522345"/>
                </a:lnTo>
                <a:lnTo>
                  <a:pt x="558546" y="3509137"/>
                </a:lnTo>
                <a:lnTo>
                  <a:pt x="602361" y="3494913"/>
                </a:lnTo>
                <a:lnTo>
                  <a:pt x="645794" y="3479673"/>
                </a:lnTo>
                <a:lnTo>
                  <a:pt x="688721" y="3463416"/>
                </a:lnTo>
                <a:lnTo>
                  <a:pt x="731138" y="3446145"/>
                </a:lnTo>
                <a:lnTo>
                  <a:pt x="773049" y="3427984"/>
                </a:lnTo>
                <a:lnTo>
                  <a:pt x="814324" y="3408679"/>
                </a:lnTo>
                <a:lnTo>
                  <a:pt x="855091" y="3388487"/>
                </a:lnTo>
                <a:lnTo>
                  <a:pt x="895350" y="3367404"/>
                </a:lnTo>
                <a:lnTo>
                  <a:pt x="934974" y="3345307"/>
                </a:lnTo>
                <a:lnTo>
                  <a:pt x="974090" y="3322320"/>
                </a:lnTo>
                <a:lnTo>
                  <a:pt x="1012444" y="3298444"/>
                </a:lnTo>
                <a:lnTo>
                  <a:pt x="1050290" y="3273679"/>
                </a:lnTo>
                <a:lnTo>
                  <a:pt x="1087374" y="3248025"/>
                </a:lnTo>
                <a:lnTo>
                  <a:pt x="1123950" y="3221482"/>
                </a:lnTo>
                <a:lnTo>
                  <a:pt x="1159764" y="3194050"/>
                </a:lnTo>
                <a:lnTo>
                  <a:pt x="1194943" y="3165855"/>
                </a:lnTo>
                <a:lnTo>
                  <a:pt x="1229360" y="3136900"/>
                </a:lnTo>
                <a:lnTo>
                  <a:pt x="1263142" y="3107054"/>
                </a:lnTo>
                <a:lnTo>
                  <a:pt x="1296035" y="3076448"/>
                </a:lnTo>
                <a:lnTo>
                  <a:pt x="1328293" y="3045079"/>
                </a:lnTo>
                <a:lnTo>
                  <a:pt x="1359789" y="3013075"/>
                </a:lnTo>
                <a:lnTo>
                  <a:pt x="1390523" y="2980182"/>
                </a:lnTo>
                <a:lnTo>
                  <a:pt x="1420495" y="2946527"/>
                </a:lnTo>
                <a:lnTo>
                  <a:pt x="1449577" y="2912237"/>
                </a:lnTo>
                <a:lnTo>
                  <a:pt x="1477899" y="2877312"/>
                </a:lnTo>
                <a:lnTo>
                  <a:pt x="1505458" y="2841625"/>
                </a:lnTo>
                <a:lnTo>
                  <a:pt x="1532001" y="2805176"/>
                </a:lnTo>
                <a:lnTo>
                  <a:pt x="1557782" y="2768219"/>
                </a:lnTo>
                <a:lnTo>
                  <a:pt x="1582674" y="2730627"/>
                </a:lnTo>
                <a:lnTo>
                  <a:pt x="1606677" y="2692273"/>
                </a:lnTo>
                <a:lnTo>
                  <a:pt x="1629790" y="2653411"/>
                </a:lnTo>
                <a:lnTo>
                  <a:pt x="1651889" y="2613914"/>
                </a:lnTo>
                <a:lnTo>
                  <a:pt x="1673225" y="2573909"/>
                </a:lnTo>
                <a:lnTo>
                  <a:pt x="1693418" y="2533269"/>
                </a:lnTo>
                <a:lnTo>
                  <a:pt x="1712722" y="2492121"/>
                </a:lnTo>
                <a:lnTo>
                  <a:pt x="1731137" y="2450465"/>
                </a:lnTo>
                <a:lnTo>
                  <a:pt x="1748409" y="2408174"/>
                </a:lnTo>
                <a:lnTo>
                  <a:pt x="1764791" y="2365502"/>
                </a:lnTo>
                <a:lnTo>
                  <a:pt x="1780032" y="2322195"/>
                </a:lnTo>
                <a:lnTo>
                  <a:pt x="1794256" y="2278507"/>
                </a:lnTo>
                <a:lnTo>
                  <a:pt x="1807464" y="2234438"/>
                </a:lnTo>
                <a:lnTo>
                  <a:pt x="1819656" y="2189734"/>
                </a:lnTo>
                <a:lnTo>
                  <a:pt x="1830705" y="2144776"/>
                </a:lnTo>
                <a:lnTo>
                  <a:pt x="1840611" y="2099310"/>
                </a:lnTo>
                <a:lnTo>
                  <a:pt x="1849501" y="2053463"/>
                </a:lnTo>
                <a:lnTo>
                  <a:pt x="1857121" y="2007108"/>
                </a:lnTo>
                <a:lnTo>
                  <a:pt x="1863725" y="1960499"/>
                </a:lnTo>
                <a:lnTo>
                  <a:pt x="1869059" y="1913509"/>
                </a:lnTo>
                <a:lnTo>
                  <a:pt x="1873377" y="1866264"/>
                </a:lnTo>
                <a:lnTo>
                  <a:pt x="1876298" y="1818639"/>
                </a:lnTo>
                <a:lnTo>
                  <a:pt x="1878202" y="1770634"/>
                </a:lnTo>
                <a:lnTo>
                  <a:pt x="1878838" y="1722374"/>
                </a:lnTo>
                <a:lnTo>
                  <a:pt x="1878838" y="0"/>
                </a:lnTo>
                <a:close/>
              </a:path>
            </a:pathLst>
          </a:custGeom>
          <a:solidFill>
            <a:srgbClr val="B022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663064" cy="3593465"/>
          </a:xfrm>
          <a:custGeom>
            <a:avLst/>
            <a:gdLst/>
            <a:ahLst/>
            <a:cxnLst/>
            <a:rect l="l" t="t" r="r" b="b"/>
            <a:pathLst>
              <a:path w="1663064" h="3593465">
                <a:moveTo>
                  <a:pt x="1662557" y="0"/>
                </a:moveTo>
                <a:lnTo>
                  <a:pt x="0" y="0"/>
                </a:lnTo>
                <a:lnTo>
                  <a:pt x="0" y="2592197"/>
                </a:lnTo>
                <a:lnTo>
                  <a:pt x="36351" y="2658110"/>
                </a:lnTo>
                <a:lnTo>
                  <a:pt x="60623" y="2698750"/>
                </a:lnTo>
                <a:lnTo>
                  <a:pt x="85883" y="2738628"/>
                </a:lnTo>
                <a:lnTo>
                  <a:pt x="112116" y="2777871"/>
                </a:lnTo>
                <a:lnTo>
                  <a:pt x="139306" y="2816479"/>
                </a:lnTo>
                <a:lnTo>
                  <a:pt x="167436" y="2854198"/>
                </a:lnTo>
                <a:lnTo>
                  <a:pt x="196481" y="2891282"/>
                </a:lnTo>
                <a:lnTo>
                  <a:pt x="226440" y="2927604"/>
                </a:lnTo>
                <a:lnTo>
                  <a:pt x="257289" y="2963164"/>
                </a:lnTo>
                <a:lnTo>
                  <a:pt x="289001" y="2997962"/>
                </a:lnTo>
                <a:lnTo>
                  <a:pt x="321576" y="3031871"/>
                </a:lnTo>
                <a:lnTo>
                  <a:pt x="354977" y="3065017"/>
                </a:lnTo>
                <a:lnTo>
                  <a:pt x="389204" y="3097276"/>
                </a:lnTo>
                <a:lnTo>
                  <a:pt x="424243" y="3128645"/>
                </a:lnTo>
                <a:lnTo>
                  <a:pt x="460057" y="3159252"/>
                </a:lnTo>
                <a:lnTo>
                  <a:pt x="496646" y="3188970"/>
                </a:lnTo>
                <a:lnTo>
                  <a:pt x="533984" y="3217672"/>
                </a:lnTo>
                <a:lnTo>
                  <a:pt x="572058" y="3245485"/>
                </a:lnTo>
                <a:lnTo>
                  <a:pt x="610857" y="3272409"/>
                </a:lnTo>
                <a:lnTo>
                  <a:pt x="650354" y="3298316"/>
                </a:lnTo>
                <a:lnTo>
                  <a:pt x="690537" y="3323336"/>
                </a:lnTo>
                <a:lnTo>
                  <a:pt x="731393" y="3347339"/>
                </a:lnTo>
                <a:lnTo>
                  <a:pt x="772883" y="3370326"/>
                </a:lnTo>
                <a:lnTo>
                  <a:pt x="815022" y="3392297"/>
                </a:lnTo>
                <a:lnTo>
                  <a:pt x="857770" y="3413125"/>
                </a:lnTo>
                <a:lnTo>
                  <a:pt x="901128" y="3433064"/>
                </a:lnTo>
                <a:lnTo>
                  <a:pt x="945070" y="3451733"/>
                </a:lnTo>
                <a:lnTo>
                  <a:pt x="989571" y="3469513"/>
                </a:lnTo>
                <a:lnTo>
                  <a:pt x="1034618" y="3486023"/>
                </a:lnTo>
                <a:lnTo>
                  <a:pt x="1080211" y="3501516"/>
                </a:lnTo>
                <a:lnTo>
                  <a:pt x="1126312" y="3515867"/>
                </a:lnTo>
                <a:lnTo>
                  <a:pt x="1172908" y="3528949"/>
                </a:lnTo>
                <a:lnTo>
                  <a:pt x="1219987" y="3541014"/>
                </a:lnTo>
                <a:lnTo>
                  <a:pt x="1267536" y="3551809"/>
                </a:lnTo>
                <a:lnTo>
                  <a:pt x="1315593" y="3561334"/>
                </a:lnTo>
                <a:lnTo>
                  <a:pt x="1363980" y="3569716"/>
                </a:lnTo>
                <a:lnTo>
                  <a:pt x="1412748" y="3576828"/>
                </a:lnTo>
                <a:lnTo>
                  <a:pt x="1462024" y="3582797"/>
                </a:lnTo>
                <a:lnTo>
                  <a:pt x="1511681" y="3587369"/>
                </a:lnTo>
                <a:lnTo>
                  <a:pt x="1561592" y="3590671"/>
                </a:lnTo>
                <a:lnTo>
                  <a:pt x="1612011" y="3592576"/>
                </a:lnTo>
                <a:lnTo>
                  <a:pt x="1662557" y="3593338"/>
                </a:lnTo>
                <a:lnTo>
                  <a:pt x="1662557" y="0"/>
                </a:lnTo>
                <a:close/>
              </a:path>
            </a:pathLst>
          </a:custGeom>
          <a:solidFill>
            <a:srgbClr val="B022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24743" y="0"/>
            <a:ext cx="1667510" cy="3593465"/>
          </a:xfrm>
          <a:custGeom>
            <a:avLst/>
            <a:gdLst/>
            <a:ahLst/>
            <a:cxnLst/>
            <a:rect l="l" t="t" r="r" b="b"/>
            <a:pathLst>
              <a:path w="1667509" h="3593465">
                <a:moveTo>
                  <a:pt x="1667002" y="0"/>
                </a:moveTo>
                <a:lnTo>
                  <a:pt x="0" y="0"/>
                </a:lnTo>
                <a:lnTo>
                  <a:pt x="0" y="3593338"/>
                </a:lnTo>
                <a:lnTo>
                  <a:pt x="50673" y="3592576"/>
                </a:lnTo>
                <a:lnTo>
                  <a:pt x="100964" y="3590671"/>
                </a:lnTo>
                <a:lnTo>
                  <a:pt x="150875" y="3587369"/>
                </a:lnTo>
                <a:lnTo>
                  <a:pt x="200532" y="3582797"/>
                </a:lnTo>
                <a:lnTo>
                  <a:pt x="249681" y="3576828"/>
                </a:lnTo>
                <a:lnTo>
                  <a:pt x="298576" y="3569716"/>
                </a:lnTo>
                <a:lnTo>
                  <a:pt x="346963" y="3561334"/>
                </a:lnTo>
                <a:lnTo>
                  <a:pt x="394970" y="3551809"/>
                </a:lnTo>
                <a:lnTo>
                  <a:pt x="442467" y="3541014"/>
                </a:lnTo>
                <a:lnTo>
                  <a:pt x="489584" y="3528949"/>
                </a:lnTo>
                <a:lnTo>
                  <a:pt x="536066" y="3515867"/>
                </a:lnTo>
                <a:lnTo>
                  <a:pt x="582167" y="3501516"/>
                </a:lnTo>
                <a:lnTo>
                  <a:pt x="627760" y="3486023"/>
                </a:lnTo>
                <a:lnTo>
                  <a:pt x="672846" y="3469513"/>
                </a:lnTo>
                <a:lnTo>
                  <a:pt x="717296" y="3451733"/>
                </a:lnTo>
                <a:lnTo>
                  <a:pt x="761237" y="3433064"/>
                </a:lnTo>
                <a:lnTo>
                  <a:pt x="804545" y="3413125"/>
                </a:lnTo>
                <a:lnTo>
                  <a:pt x="847344" y="3392297"/>
                </a:lnTo>
                <a:lnTo>
                  <a:pt x="889380" y="3370326"/>
                </a:lnTo>
                <a:lnTo>
                  <a:pt x="930909" y="3347339"/>
                </a:lnTo>
                <a:lnTo>
                  <a:pt x="971676" y="3323336"/>
                </a:lnTo>
                <a:lnTo>
                  <a:pt x="1011935" y="3298316"/>
                </a:lnTo>
                <a:lnTo>
                  <a:pt x="1051432" y="3272409"/>
                </a:lnTo>
                <a:lnTo>
                  <a:pt x="1090167" y="3245485"/>
                </a:lnTo>
                <a:lnTo>
                  <a:pt x="1128267" y="3217672"/>
                </a:lnTo>
                <a:lnTo>
                  <a:pt x="1165605" y="3188970"/>
                </a:lnTo>
                <a:lnTo>
                  <a:pt x="1202181" y="3159252"/>
                </a:lnTo>
                <a:lnTo>
                  <a:pt x="1237996" y="3128645"/>
                </a:lnTo>
                <a:lnTo>
                  <a:pt x="1272921" y="3097276"/>
                </a:lnTo>
                <a:lnTo>
                  <a:pt x="1307210" y="3065017"/>
                </a:lnTo>
                <a:lnTo>
                  <a:pt x="1340611" y="3031871"/>
                </a:lnTo>
                <a:lnTo>
                  <a:pt x="1373124" y="2997962"/>
                </a:lnTo>
                <a:lnTo>
                  <a:pt x="1404874" y="2963164"/>
                </a:lnTo>
                <a:lnTo>
                  <a:pt x="1435734" y="2927604"/>
                </a:lnTo>
                <a:lnTo>
                  <a:pt x="1465579" y="2891282"/>
                </a:lnTo>
                <a:lnTo>
                  <a:pt x="1494662" y="2854198"/>
                </a:lnTo>
                <a:lnTo>
                  <a:pt x="1522729" y="2816479"/>
                </a:lnTo>
                <a:lnTo>
                  <a:pt x="1550034" y="2777871"/>
                </a:lnTo>
                <a:lnTo>
                  <a:pt x="1576197" y="2738628"/>
                </a:lnTo>
                <a:lnTo>
                  <a:pt x="1601470" y="2698750"/>
                </a:lnTo>
                <a:lnTo>
                  <a:pt x="1625727" y="2658110"/>
                </a:lnTo>
                <a:lnTo>
                  <a:pt x="1648967" y="2616835"/>
                </a:lnTo>
                <a:lnTo>
                  <a:pt x="1667002" y="2583053"/>
                </a:lnTo>
                <a:lnTo>
                  <a:pt x="1667002" y="0"/>
                </a:lnTo>
                <a:close/>
              </a:path>
            </a:pathLst>
          </a:custGeom>
          <a:solidFill>
            <a:srgbClr val="B022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74380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5" h="3593465">
                <a:moveTo>
                  <a:pt x="1878838" y="0"/>
                </a:moveTo>
                <a:lnTo>
                  <a:pt x="0" y="0"/>
                </a:lnTo>
                <a:lnTo>
                  <a:pt x="0" y="1722374"/>
                </a:lnTo>
                <a:lnTo>
                  <a:pt x="635" y="1770634"/>
                </a:lnTo>
                <a:lnTo>
                  <a:pt x="2413" y="1818639"/>
                </a:lnTo>
                <a:lnTo>
                  <a:pt x="5461" y="1866264"/>
                </a:lnTo>
                <a:lnTo>
                  <a:pt x="9651" y="1913509"/>
                </a:lnTo>
                <a:lnTo>
                  <a:pt x="15113" y="1960499"/>
                </a:lnTo>
                <a:lnTo>
                  <a:pt x="21717" y="2007108"/>
                </a:lnTo>
                <a:lnTo>
                  <a:pt x="29337" y="2053463"/>
                </a:lnTo>
                <a:lnTo>
                  <a:pt x="38226" y="2099310"/>
                </a:lnTo>
                <a:lnTo>
                  <a:pt x="48133" y="2144776"/>
                </a:lnTo>
                <a:lnTo>
                  <a:pt x="59181" y="2189734"/>
                </a:lnTo>
                <a:lnTo>
                  <a:pt x="71247" y="2234438"/>
                </a:lnTo>
                <a:lnTo>
                  <a:pt x="84454" y="2278507"/>
                </a:lnTo>
                <a:lnTo>
                  <a:pt x="98805" y="2322195"/>
                </a:lnTo>
                <a:lnTo>
                  <a:pt x="114046" y="2365502"/>
                </a:lnTo>
                <a:lnTo>
                  <a:pt x="130428" y="2408174"/>
                </a:lnTo>
                <a:lnTo>
                  <a:pt x="147700" y="2450465"/>
                </a:lnTo>
                <a:lnTo>
                  <a:pt x="165989" y="2492121"/>
                </a:lnTo>
                <a:lnTo>
                  <a:pt x="185293" y="2533269"/>
                </a:lnTo>
                <a:lnTo>
                  <a:pt x="205613" y="2573909"/>
                </a:lnTo>
                <a:lnTo>
                  <a:pt x="226822" y="2613914"/>
                </a:lnTo>
                <a:lnTo>
                  <a:pt x="249047" y="2653411"/>
                </a:lnTo>
                <a:lnTo>
                  <a:pt x="272161" y="2692273"/>
                </a:lnTo>
                <a:lnTo>
                  <a:pt x="296037" y="2730627"/>
                </a:lnTo>
                <a:lnTo>
                  <a:pt x="320928" y="2768219"/>
                </a:lnTo>
                <a:lnTo>
                  <a:pt x="346710" y="2805176"/>
                </a:lnTo>
                <a:lnTo>
                  <a:pt x="373379" y="2841625"/>
                </a:lnTo>
                <a:lnTo>
                  <a:pt x="400812" y="2877312"/>
                </a:lnTo>
                <a:lnTo>
                  <a:pt x="429133" y="2912237"/>
                </a:lnTo>
                <a:lnTo>
                  <a:pt x="458343" y="2946527"/>
                </a:lnTo>
                <a:lnTo>
                  <a:pt x="488188" y="2980182"/>
                </a:lnTo>
                <a:lnTo>
                  <a:pt x="518922" y="3013075"/>
                </a:lnTo>
                <a:lnTo>
                  <a:pt x="550418" y="3045079"/>
                </a:lnTo>
                <a:lnTo>
                  <a:pt x="582676" y="3076448"/>
                </a:lnTo>
                <a:lnTo>
                  <a:pt x="615696" y="3107054"/>
                </a:lnTo>
                <a:lnTo>
                  <a:pt x="649477" y="3136900"/>
                </a:lnTo>
                <a:lnTo>
                  <a:pt x="683895" y="3165855"/>
                </a:lnTo>
                <a:lnTo>
                  <a:pt x="719074" y="3194050"/>
                </a:lnTo>
                <a:lnTo>
                  <a:pt x="754888" y="3221482"/>
                </a:lnTo>
                <a:lnTo>
                  <a:pt x="791337" y="3248025"/>
                </a:lnTo>
                <a:lnTo>
                  <a:pt x="828548" y="3273679"/>
                </a:lnTo>
                <a:lnTo>
                  <a:pt x="866394" y="3298444"/>
                </a:lnTo>
                <a:lnTo>
                  <a:pt x="904748" y="3322320"/>
                </a:lnTo>
                <a:lnTo>
                  <a:pt x="943864" y="3345307"/>
                </a:lnTo>
                <a:lnTo>
                  <a:pt x="983488" y="3367404"/>
                </a:lnTo>
                <a:lnTo>
                  <a:pt x="1023620" y="3388487"/>
                </a:lnTo>
                <a:lnTo>
                  <a:pt x="1064387" y="3408679"/>
                </a:lnTo>
                <a:lnTo>
                  <a:pt x="1105789" y="3427984"/>
                </a:lnTo>
                <a:lnTo>
                  <a:pt x="1147699" y="3446145"/>
                </a:lnTo>
                <a:lnTo>
                  <a:pt x="1190117" y="3463416"/>
                </a:lnTo>
                <a:lnTo>
                  <a:pt x="1232916" y="3479673"/>
                </a:lnTo>
                <a:lnTo>
                  <a:pt x="1276350" y="3494913"/>
                </a:lnTo>
                <a:lnTo>
                  <a:pt x="1320292" y="3509137"/>
                </a:lnTo>
                <a:lnTo>
                  <a:pt x="1364615" y="3522345"/>
                </a:lnTo>
                <a:lnTo>
                  <a:pt x="1409446" y="3534410"/>
                </a:lnTo>
                <a:lnTo>
                  <a:pt x="1454658" y="3545332"/>
                </a:lnTo>
                <a:lnTo>
                  <a:pt x="1500251" y="3555238"/>
                </a:lnTo>
                <a:lnTo>
                  <a:pt x="1546352" y="3564001"/>
                </a:lnTo>
                <a:lnTo>
                  <a:pt x="1592834" y="3571748"/>
                </a:lnTo>
                <a:lnTo>
                  <a:pt x="1639570" y="3578225"/>
                </a:lnTo>
                <a:lnTo>
                  <a:pt x="1686814" y="3583686"/>
                </a:lnTo>
                <a:lnTo>
                  <a:pt x="1734312" y="3587877"/>
                </a:lnTo>
                <a:lnTo>
                  <a:pt x="1782191" y="3590798"/>
                </a:lnTo>
                <a:lnTo>
                  <a:pt x="1830324" y="3592703"/>
                </a:lnTo>
                <a:lnTo>
                  <a:pt x="1878838" y="3593338"/>
                </a:lnTo>
                <a:lnTo>
                  <a:pt x="1878838" y="0"/>
                </a:lnTo>
                <a:close/>
              </a:path>
            </a:pathLst>
          </a:custGeom>
          <a:solidFill>
            <a:srgbClr val="B022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696967" y="22859"/>
            <a:ext cx="3093720" cy="3593465"/>
            <a:chOff x="4696967" y="22859"/>
            <a:chExt cx="3093720" cy="3593465"/>
          </a:xfrm>
        </p:grpSpPr>
        <p:sp>
          <p:nvSpPr>
            <p:cNvPr id="9" name="object 9"/>
            <p:cNvSpPr/>
            <p:nvPr/>
          </p:nvSpPr>
          <p:spPr>
            <a:xfrm>
              <a:off x="5911595" y="22859"/>
              <a:ext cx="1878964" cy="3593465"/>
            </a:xfrm>
            <a:custGeom>
              <a:avLst/>
              <a:gdLst/>
              <a:ahLst/>
              <a:cxnLst/>
              <a:rect l="l" t="t" r="r" b="b"/>
              <a:pathLst>
                <a:path w="1878965" h="3593465">
                  <a:moveTo>
                    <a:pt x="1878837" y="0"/>
                  </a:moveTo>
                  <a:lnTo>
                    <a:pt x="0" y="0"/>
                  </a:lnTo>
                  <a:lnTo>
                    <a:pt x="0" y="1722374"/>
                  </a:lnTo>
                  <a:lnTo>
                    <a:pt x="634" y="1770634"/>
                  </a:lnTo>
                  <a:lnTo>
                    <a:pt x="2412" y="1818640"/>
                  </a:lnTo>
                  <a:lnTo>
                    <a:pt x="5461" y="1866265"/>
                  </a:lnTo>
                  <a:lnTo>
                    <a:pt x="9651" y="1913509"/>
                  </a:lnTo>
                  <a:lnTo>
                    <a:pt x="15112" y="1960499"/>
                  </a:lnTo>
                  <a:lnTo>
                    <a:pt x="21716" y="2007108"/>
                  </a:lnTo>
                  <a:lnTo>
                    <a:pt x="29337" y="2053463"/>
                  </a:lnTo>
                  <a:lnTo>
                    <a:pt x="38226" y="2099310"/>
                  </a:lnTo>
                  <a:lnTo>
                    <a:pt x="48132" y="2144776"/>
                  </a:lnTo>
                  <a:lnTo>
                    <a:pt x="59181" y="2189734"/>
                  </a:lnTo>
                  <a:lnTo>
                    <a:pt x="71246" y="2234438"/>
                  </a:lnTo>
                  <a:lnTo>
                    <a:pt x="84454" y="2278507"/>
                  </a:lnTo>
                  <a:lnTo>
                    <a:pt x="98805" y="2322195"/>
                  </a:lnTo>
                  <a:lnTo>
                    <a:pt x="114045" y="2365502"/>
                  </a:lnTo>
                  <a:lnTo>
                    <a:pt x="130428" y="2408174"/>
                  </a:lnTo>
                  <a:lnTo>
                    <a:pt x="147700" y="2450465"/>
                  </a:lnTo>
                  <a:lnTo>
                    <a:pt x="165988" y="2492121"/>
                  </a:lnTo>
                  <a:lnTo>
                    <a:pt x="185292" y="2533269"/>
                  </a:lnTo>
                  <a:lnTo>
                    <a:pt x="205612" y="2573909"/>
                  </a:lnTo>
                  <a:lnTo>
                    <a:pt x="226821" y="2613914"/>
                  </a:lnTo>
                  <a:lnTo>
                    <a:pt x="249046" y="2653411"/>
                  </a:lnTo>
                  <a:lnTo>
                    <a:pt x="272161" y="2692273"/>
                  </a:lnTo>
                  <a:lnTo>
                    <a:pt x="296037" y="2730627"/>
                  </a:lnTo>
                  <a:lnTo>
                    <a:pt x="320928" y="2768219"/>
                  </a:lnTo>
                  <a:lnTo>
                    <a:pt x="346709" y="2805176"/>
                  </a:lnTo>
                  <a:lnTo>
                    <a:pt x="373379" y="2841625"/>
                  </a:lnTo>
                  <a:lnTo>
                    <a:pt x="400812" y="2877312"/>
                  </a:lnTo>
                  <a:lnTo>
                    <a:pt x="429132" y="2912237"/>
                  </a:lnTo>
                  <a:lnTo>
                    <a:pt x="458342" y="2946527"/>
                  </a:lnTo>
                  <a:lnTo>
                    <a:pt x="488188" y="2980182"/>
                  </a:lnTo>
                  <a:lnTo>
                    <a:pt x="518921" y="3013075"/>
                  </a:lnTo>
                  <a:lnTo>
                    <a:pt x="550417" y="3045079"/>
                  </a:lnTo>
                  <a:lnTo>
                    <a:pt x="582676" y="3076448"/>
                  </a:lnTo>
                  <a:lnTo>
                    <a:pt x="615696" y="3107055"/>
                  </a:lnTo>
                  <a:lnTo>
                    <a:pt x="649477" y="3136900"/>
                  </a:lnTo>
                  <a:lnTo>
                    <a:pt x="683895" y="3165856"/>
                  </a:lnTo>
                  <a:lnTo>
                    <a:pt x="719074" y="3194050"/>
                  </a:lnTo>
                  <a:lnTo>
                    <a:pt x="754887" y="3221482"/>
                  </a:lnTo>
                  <a:lnTo>
                    <a:pt x="791336" y="3248025"/>
                  </a:lnTo>
                  <a:lnTo>
                    <a:pt x="828548" y="3273679"/>
                  </a:lnTo>
                  <a:lnTo>
                    <a:pt x="866394" y="3298444"/>
                  </a:lnTo>
                  <a:lnTo>
                    <a:pt x="904748" y="3322320"/>
                  </a:lnTo>
                  <a:lnTo>
                    <a:pt x="943863" y="3345307"/>
                  </a:lnTo>
                  <a:lnTo>
                    <a:pt x="983487" y="3367405"/>
                  </a:lnTo>
                  <a:lnTo>
                    <a:pt x="1023620" y="3388487"/>
                  </a:lnTo>
                  <a:lnTo>
                    <a:pt x="1064386" y="3408680"/>
                  </a:lnTo>
                  <a:lnTo>
                    <a:pt x="1105788" y="3427984"/>
                  </a:lnTo>
                  <a:lnTo>
                    <a:pt x="1147699" y="3446145"/>
                  </a:lnTo>
                  <a:lnTo>
                    <a:pt x="1190117" y="3463417"/>
                  </a:lnTo>
                  <a:lnTo>
                    <a:pt x="1232915" y="3479673"/>
                  </a:lnTo>
                  <a:lnTo>
                    <a:pt x="1276350" y="3494913"/>
                  </a:lnTo>
                  <a:lnTo>
                    <a:pt x="1320292" y="3509137"/>
                  </a:lnTo>
                  <a:lnTo>
                    <a:pt x="1364614" y="3522345"/>
                  </a:lnTo>
                  <a:lnTo>
                    <a:pt x="1409446" y="3534410"/>
                  </a:lnTo>
                  <a:lnTo>
                    <a:pt x="1454657" y="3545332"/>
                  </a:lnTo>
                  <a:lnTo>
                    <a:pt x="1500251" y="3555238"/>
                  </a:lnTo>
                  <a:lnTo>
                    <a:pt x="1546352" y="3564001"/>
                  </a:lnTo>
                  <a:lnTo>
                    <a:pt x="1592833" y="3571748"/>
                  </a:lnTo>
                  <a:lnTo>
                    <a:pt x="1639570" y="3578225"/>
                  </a:lnTo>
                  <a:lnTo>
                    <a:pt x="1686813" y="3583686"/>
                  </a:lnTo>
                  <a:lnTo>
                    <a:pt x="1734311" y="3587877"/>
                  </a:lnTo>
                  <a:lnTo>
                    <a:pt x="1782190" y="3590798"/>
                  </a:lnTo>
                  <a:lnTo>
                    <a:pt x="1830324" y="3592703"/>
                  </a:lnTo>
                  <a:lnTo>
                    <a:pt x="1878837" y="3593338"/>
                  </a:lnTo>
                  <a:lnTo>
                    <a:pt x="1878837" y="0"/>
                  </a:lnTo>
                  <a:close/>
                </a:path>
              </a:pathLst>
            </a:custGeom>
            <a:solidFill>
              <a:srgbClr val="B022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96967" y="867156"/>
              <a:ext cx="2144267" cy="1266444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309359"/>
            <a:ext cx="12191999" cy="396240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3201416" y="2025597"/>
            <a:ext cx="5337810" cy="2311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5070" marR="130810" indent="-2326005">
              <a:lnSpc>
                <a:spcPct val="113599"/>
              </a:lnSpc>
              <a:spcBef>
                <a:spcPts val="95"/>
              </a:spcBef>
            </a:pP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Generative</a:t>
            </a:r>
            <a:r>
              <a:rPr sz="4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sz="4400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spc="-20" dirty="0">
                <a:solidFill>
                  <a:srgbClr val="FFFFFF"/>
                </a:solidFill>
                <a:latin typeface="Arial"/>
                <a:cs typeface="Arial"/>
              </a:rPr>
              <a:t>tools </a:t>
            </a:r>
            <a:r>
              <a:rPr sz="4400" spc="-5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endParaRPr sz="4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Prompt</a:t>
            </a:r>
            <a:r>
              <a:rPr sz="4400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endParaRPr sz="4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81058" y="4924120"/>
            <a:ext cx="2721610" cy="94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Prepared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by: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55"/>
              </a:lnSpc>
              <a:spcBef>
                <a:spcPts val="30"/>
              </a:spcBef>
            </a:pPr>
            <a:r>
              <a:rPr sz="1800" spc="-310" dirty="0">
                <a:solidFill>
                  <a:srgbClr val="FFFFFF"/>
                </a:solidFill>
                <a:latin typeface="Trebuchet MS"/>
                <a:cs typeface="Trebuchet MS"/>
              </a:rPr>
              <a:t>Eng.</a:t>
            </a:r>
            <a:r>
              <a:rPr sz="1800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315" dirty="0">
                <a:solidFill>
                  <a:srgbClr val="FFFFFF"/>
                </a:solidFill>
                <a:latin typeface="Trebuchet MS"/>
                <a:cs typeface="Trebuchet MS"/>
              </a:rPr>
              <a:t>Hany</a:t>
            </a:r>
            <a:r>
              <a:rPr sz="180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75" dirty="0">
                <a:solidFill>
                  <a:srgbClr val="FFFFFF"/>
                </a:solidFill>
                <a:latin typeface="Trebuchet MS"/>
                <a:cs typeface="Trebuchet MS"/>
              </a:rPr>
              <a:t>Saad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ts val="1440"/>
              </a:lnSpc>
              <a:spcBef>
                <a:spcPts val="40"/>
              </a:spcBef>
            </a:pPr>
            <a:r>
              <a:rPr sz="1200" dirty="0">
                <a:latin typeface="Arial MT"/>
                <a:cs typeface="Arial MT"/>
              </a:rPr>
              <a:t>ITI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freelancing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zones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technical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manager </a:t>
            </a:r>
            <a:r>
              <a:rPr sz="1200" dirty="0">
                <a:latin typeface="Arial MT"/>
                <a:cs typeface="Arial MT"/>
              </a:rPr>
              <a:t>ITI Sohag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branch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training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manager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7D42C-2B1B-D5D0-5FC1-3BCA41052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B1058F-8402-1C83-4B27-A45F55C256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6" r="1532" b="3946"/>
          <a:stretch>
            <a:fillRect/>
          </a:stretch>
        </p:blipFill>
        <p:spPr>
          <a:xfrm>
            <a:off x="990601" y="609600"/>
            <a:ext cx="9524999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543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65759"/>
            <a:ext cx="9358630" cy="681355"/>
          </a:xfrm>
          <a:custGeom>
            <a:avLst/>
            <a:gdLst/>
            <a:ahLst/>
            <a:cxnLst/>
            <a:rect l="l" t="t" r="r" b="b"/>
            <a:pathLst>
              <a:path w="9358630" h="681355">
                <a:moveTo>
                  <a:pt x="9081770" y="0"/>
                </a:moveTo>
                <a:lnTo>
                  <a:pt x="0" y="0"/>
                </a:lnTo>
                <a:lnTo>
                  <a:pt x="0" y="680974"/>
                </a:lnTo>
                <a:lnTo>
                  <a:pt x="9081770" y="680974"/>
                </a:lnTo>
                <a:lnTo>
                  <a:pt x="9126855" y="676910"/>
                </a:lnTo>
                <a:lnTo>
                  <a:pt x="9169527" y="664717"/>
                </a:lnTo>
                <a:lnTo>
                  <a:pt x="9209278" y="645287"/>
                </a:lnTo>
                <a:lnTo>
                  <a:pt x="9245600" y="619251"/>
                </a:lnTo>
                <a:lnTo>
                  <a:pt x="9277731" y="587120"/>
                </a:lnTo>
                <a:lnTo>
                  <a:pt x="9305417" y="549655"/>
                </a:lnTo>
                <a:lnTo>
                  <a:pt x="9327896" y="507618"/>
                </a:lnTo>
                <a:lnTo>
                  <a:pt x="9344660" y="461390"/>
                </a:lnTo>
                <a:lnTo>
                  <a:pt x="9355074" y="411734"/>
                </a:lnTo>
                <a:lnTo>
                  <a:pt x="9358630" y="359410"/>
                </a:lnTo>
                <a:lnTo>
                  <a:pt x="9358630" y="318897"/>
                </a:lnTo>
                <a:lnTo>
                  <a:pt x="9355074" y="267335"/>
                </a:lnTo>
                <a:lnTo>
                  <a:pt x="9344660" y="218312"/>
                </a:lnTo>
                <a:lnTo>
                  <a:pt x="9327896" y="172592"/>
                </a:lnTo>
                <a:lnTo>
                  <a:pt x="9305417" y="130810"/>
                </a:lnTo>
                <a:lnTo>
                  <a:pt x="9277731" y="93599"/>
                </a:lnTo>
                <a:lnTo>
                  <a:pt x="9245600" y="61722"/>
                </a:lnTo>
                <a:lnTo>
                  <a:pt x="9209278" y="35687"/>
                </a:lnTo>
                <a:lnTo>
                  <a:pt x="9169527" y="16255"/>
                </a:lnTo>
                <a:lnTo>
                  <a:pt x="9126855" y="4190"/>
                </a:lnTo>
                <a:lnTo>
                  <a:pt x="908177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62115"/>
            <a:ext cx="12187427" cy="59435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704320" y="705611"/>
            <a:ext cx="487680" cy="306070"/>
          </a:xfrm>
          <a:custGeom>
            <a:avLst/>
            <a:gdLst/>
            <a:ahLst/>
            <a:cxnLst/>
            <a:rect l="l" t="t" r="r" b="b"/>
            <a:pathLst>
              <a:path w="487679" h="306069">
                <a:moveTo>
                  <a:pt x="154559" y="0"/>
                </a:moveTo>
                <a:lnTo>
                  <a:pt x="0" y="0"/>
                </a:lnTo>
                <a:lnTo>
                  <a:pt x="0" y="151511"/>
                </a:lnTo>
                <a:lnTo>
                  <a:pt x="8001" y="200787"/>
                </a:lnTo>
                <a:lnTo>
                  <a:pt x="30226" y="243205"/>
                </a:lnTo>
                <a:lnTo>
                  <a:pt x="63881" y="276352"/>
                </a:lnTo>
                <a:lnTo>
                  <a:pt x="106172" y="298069"/>
                </a:lnTo>
                <a:lnTo>
                  <a:pt x="154559" y="305816"/>
                </a:lnTo>
                <a:lnTo>
                  <a:pt x="154559" y="0"/>
                </a:lnTo>
                <a:close/>
              </a:path>
              <a:path w="487679" h="306069">
                <a:moveTo>
                  <a:pt x="330708" y="0"/>
                </a:moveTo>
                <a:lnTo>
                  <a:pt x="176276" y="0"/>
                </a:lnTo>
                <a:lnTo>
                  <a:pt x="176276" y="305816"/>
                </a:lnTo>
                <a:lnTo>
                  <a:pt x="224536" y="298069"/>
                </a:lnTo>
                <a:lnTo>
                  <a:pt x="266954" y="276352"/>
                </a:lnTo>
                <a:lnTo>
                  <a:pt x="300609" y="243205"/>
                </a:lnTo>
                <a:lnTo>
                  <a:pt x="322707" y="200787"/>
                </a:lnTo>
                <a:lnTo>
                  <a:pt x="330708" y="151511"/>
                </a:lnTo>
                <a:lnTo>
                  <a:pt x="330708" y="0"/>
                </a:lnTo>
                <a:close/>
              </a:path>
              <a:path w="487679" h="306069">
                <a:moveTo>
                  <a:pt x="487172" y="0"/>
                </a:moveTo>
                <a:lnTo>
                  <a:pt x="352425" y="0"/>
                </a:lnTo>
                <a:lnTo>
                  <a:pt x="352425" y="305816"/>
                </a:lnTo>
                <a:lnTo>
                  <a:pt x="400812" y="298069"/>
                </a:lnTo>
                <a:lnTo>
                  <a:pt x="443103" y="276352"/>
                </a:lnTo>
                <a:lnTo>
                  <a:pt x="476758" y="243205"/>
                </a:lnTo>
                <a:lnTo>
                  <a:pt x="487172" y="223393"/>
                </a:lnTo>
                <a:lnTo>
                  <a:pt x="487172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818876" y="376427"/>
            <a:ext cx="863600" cy="635635"/>
          </a:xfrm>
          <a:custGeom>
            <a:avLst/>
            <a:gdLst/>
            <a:ahLst/>
            <a:cxnLst/>
            <a:rect l="l" t="t" r="r" b="b"/>
            <a:pathLst>
              <a:path w="863600" h="635635">
                <a:moveTo>
                  <a:pt x="155194" y="329819"/>
                </a:moveTo>
                <a:lnTo>
                  <a:pt x="106680" y="337693"/>
                </a:lnTo>
                <a:lnTo>
                  <a:pt x="64135" y="359918"/>
                </a:lnTo>
                <a:lnTo>
                  <a:pt x="30353" y="393446"/>
                </a:lnTo>
                <a:lnTo>
                  <a:pt x="8001" y="435610"/>
                </a:lnTo>
                <a:lnTo>
                  <a:pt x="0" y="483870"/>
                </a:lnTo>
                <a:lnTo>
                  <a:pt x="0" y="635254"/>
                </a:lnTo>
                <a:lnTo>
                  <a:pt x="155194" y="635254"/>
                </a:lnTo>
                <a:lnTo>
                  <a:pt x="155194" y="329819"/>
                </a:lnTo>
                <a:close/>
              </a:path>
              <a:path w="863600" h="635635">
                <a:moveTo>
                  <a:pt x="155194" y="154051"/>
                </a:moveTo>
                <a:lnTo>
                  <a:pt x="147447" y="105918"/>
                </a:lnTo>
                <a:lnTo>
                  <a:pt x="125730" y="63627"/>
                </a:lnTo>
                <a:lnTo>
                  <a:pt x="92329" y="30099"/>
                </a:lnTo>
                <a:lnTo>
                  <a:pt x="49657" y="8001"/>
                </a:lnTo>
                <a:lnTo>
                  <a:pt x="0" y="0"/>
                </a:lnTo>
                <a:lnTo>
                  <a:pt x="0" y="305435"/>
                </a:lnTo>
                <a:lnTo>
                  <a:pt x="155194" y="305435"/>
                </a:lnTo>
                <a:lnTo>
                  <a:pt x="155194" y="154051"/>
                </a:lnTo>
                <a:close/>
              </a:path>
              <a:path w="863600" h="635635">
                <a:moveTo>
                  <a:pt x="336550" y="329819"/>
                </a:moveTo>
                <a:lnTo>
                  <a:pt x="182880" y="329819"/>
                </a:lnTo>
                <a:lnTo>
                  <a:pt x="182880" y="635254"/>
                </a:lnTo>
                <a:lnTo>
                  <a:pt x="231013" y="627507"/>
                </a:lnTo>
                <a:lnTo>
                  <a:pt x="273177" y="605917"/>
                </a:lnTo>
                <a:lnTo>
                  <a:pt x="306578" y="572770"/>
                </a:lnTo>
                <a:lnTo>
                  <a:pt x="328676" y="530352"/>
                </a:lnTo>
                <a:lnTo>
                  <a:pt x="336550" y="481203"/>
                </a:lnTo>
                <a:lnTo>
                  <a:pt x="336550" y="329819"/>
                </a:lnTo>
                <a:close/>
              </a:path>
              <a:path w="863600" h="635635">
                <a:moveTo>
                  <a:pt x="336550" y="0"/>
                </a:moveTo>
                <a:lnTo>
                  <a:pt x="182880" y="0"/>
                </a:lnTo>
                <a:lnTo>
                  <a:pt x="182880" y="151384"/>
                </a:lnTo>
                <a:lnTo>
                  <a:pt x="190627" y="200660"/>
                </a:lnTo>
                <a:lnTo>
                  <a:pt x="212090" y="242951"/>
                </a:lnTo>
                <a:lnTo>
                  <a:pt x="245237" y="276098"/>
                </a:lnTo>
                <a:lnTo>
                  <a:pt x="287528" y="297688"/>
                </a:lnTo>
                <a:lnTo>
                  <a:pt x="336550" y="305435"/>
                </a:lnTo>
                <a:lnTo>
                  <a:pt x="336550" y="0"/>
                </a:lnTo>
                <a:close/>
              </a:path>
              <a:path w="863600" h="635635">
                <a:moveTo>
                  <a:pt x="513080" y="329184"/>
                </a:moveTo>
                <a:lnTo>
                  <a:pt x="464566" y="337185"/>
                </a:lnTo>
                <a:lnTo>
                  <a:pt x="422148" y="359283"/>
                </a:lnTo>
                <a:lnTo>
                  <a:pt x="388366" y="392938"/>
                </a:lnTo>
                <a:lnTo>
                  <a:pt x="366141" y="435102"/>
                </a:lnTo>
                <a:lnTo>
                  <a:pt x="358140" y="483362"/>
                </a:lnTo>
                <a:lnTo>
                  <a:pt x="358140" y="635000"/>
                </a:lnTo>
                <a:lnTo>
                  <a:pt x="513080" y="635000"/>
                </a:lnTo>
                <a:lnTo>
                  <a:pt x="513080" y="329184"/>
                </a:lnTo>
                <a:close/>
              </a:path>
              <a:path w="863600" h="635635">
                <a:moveTo>
                  <a:pt x="689610" y="483362"/>
                </a:moveTo>
                <a:lnTo>
                  <a:pt x="681609" y="435102"/>
                </a:lnTo>
                <a:lnTo>
                  <a:pt x="659384" y="392938"/>
                </a:lnTo>
                <a:lnTo>
                  <a:pt x="625729" y="359283"/>
                </a:lnTo>
                <a:lnTo>
                  <a:pt x="583184" y="337185"/>
                </a:lnTo>
                <a:lnTo>
                  <a:pt x="534797" y="329184"/>
                </a:lnTo>
                <a:lnTo>
                  <a:pt x="534797" y="635000"/>
                </a:lnTo>
                <a:lnTo>
                  <a:pt x="689610" y="635000"/>
                </a:lnTo>
                <a:lnTo>
                  <a:pt x="689610" y="483362"/>
                </a:lnTo>
                <a:close/>
              </a:path>
              <a:path w="863600" h="635635">
                <a:moveTo>
                  <a:pt x="863600" y="483362"/>
                </a:moveTo>
                <a:lnTo>
                  <a:pt x="855472" y="435102"/>
                </a:lnTo>
                <a:lnTo>
                  <a:pt x="833247" y="392938"/>
                </a:lnTo>
                <a:lnTo>
                  <a:pt x="799592" y="359283"/>
                </a:lnTo>
                <a:lnTo>
                  <a:pt x="757174" y="337185"/>
                </a:lnTo>
                <a:lnTo>
                  <a:pt x="708660" y="329184"/>
                </a:lnTo>
                <a:lnTo>
                  <a:pt x="708660" y="635000"/>
                </a:lnTo>
                <a:lnTo>
                  <a:pt x="863600" y="635000"/>
                </a:lnTo>
                <a:lnTo>
                  <a:pt x="863600" y="483362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87000" y="376427"/>
            <a:ext cx="508634" cy="635635"/>
          </a:xfrm>
          <a:custGeom>
            <a:avLst/>
            <a:gdLst/>
            <a:ahLst/>
            <a:cxnLst/>
            <a:rect l="l" t="t" r="r" b="b"/>
            <a:pathLst>
              <a:path w="508634" h="635635">
                <a:moveTo>
                  <a:pt x="155067" y="329819"/>
                </a:moveTo>
                <a:lnTo>
                  <a:pt x="0" y="329819"/>
                </a:lnTo>
                <a:lnTo>
                  <a:pt x="0" y="481203"/>
                </a:lnTo>
                <a:lnTo>
                  <a:pt x="8001" y="530352"/>
                </a:lnTo>
                <a:lnTo>
                  <a:pt x="30226" y="572770"/>
                </a:lnTo>
                <a:lnTo>
                  <a:pt x="64008" y="605917"/>
                </a:lnTo>
                <a:lnTo>
                  <a:pt x="106553" y="627507"/>
                </a:lnTo>
                <a:lnTo>
                  <a:pt x="155067" y="635254"/>
                </a:lnTo>
                <a:lnTo>
                  <a:pt x="155067" y="329819"/>
                </a:lnTo>
                <a:close/>
              </a:path>
              <a:path w="508634" h="635635">
                <a:moveTo>
                  <a:pt x="155321" y="154178"/>
                </a:moveTo>
                <a:lnTo>
                  <a:pt x="147447" y="106045"/>
                </a:lnTo>
                <a:lnTo>
                  <a:pt x="125730" y="63754"/>
                </a:lnTo>
                <a:lnTo>
                  <a:pt x="92329" y="30099"/>
                </a:lnTo>
                <a:lnTo>
                  <a:pt x="49657" y="8001"/>
                </a:lnTo>
                <a:lnTo>
                  <a:pt x="0" y="0"/>
                </a:lnTo>
                <a:lnTo>
                  <a:pt x="0" y="305816"/>
                </a:lnTo>
                <a:lnTo>
                  <a:pt x="155321" y="305816"/>
                </a:lnTo>
                <a:lnTo>
                  <a:pt x="155321" y="154178"/>
                </a:lnTo>
                <a:close/>
              </a:path>
              <a:path w="508634" h="635635">
                <a:moveTo>
                  <a:pt x="331851" y="329819"/>
                </a:moveTo>
                <a:lnTo>
                  <a:pt x="176784" y="329819"/>
                </a:lnTo>
                <a:lnTo>
                  <a:pt x="176784" y="635254"/>
                </a:lnTo>
                <a:lnTo>
                  <a:pt x="225298" y="627507"/>
                </a:lnTo>
                <a:lnTo>
                  <a:pt x="267843" y="605917"/>
                </a:lnTo>
                <a:lnTo>
                  <a:pt x="301625" y="572770"/>
                </a:lnTo>
                <a:lnTo>
                  <a:pt x="323850" y="530352"/>
                </a:lnTo>
                <a:lnTo>
                  <a:pt x="331851" y="481203"/>
                </a:lnTo>
                <a:lnTo>
                  <a:pt x="331851" y="329819"/>
                </a:lnTo>
                <a:close/>
              </a:path>
              <a:path w="508634" h="635635">
                <a:moveTo>
                  <a:pt x="331851" y="0"/>
                </a:moveTo>
                <a:lnTo>
                  <a:pt x="176784" y="0"/>
                </a:lnTo>
                <a:lnTo>
                  <a:pt x="176784" y="151384"/>
                </a:lnTo>
                <a:lnTo>
                  <a:pt x="184531" y="200660"/>
                </a:lnTo>
                <a:lnTo>
                  <a:pt x="206375" y="242951"/>
                </a:lnTo>
                <a:lnTo>
                  <a:pt x="239649" y="276098"/>
                </a:lnTo>
                <a:lnTo>
                  <a:pt x="282321" y="297688"/>
                </a:lnTo>
                <a:lnTo>
                  <a:pt x="331851" y="305435"/>
                </a:lnTo>
                <a:lnTo>
                  <a:pt x="331851" y="0"/>
                </a:lnTo>
                <a:close/>
              </a:path>
              <a:path w="508634" h="635635">
                <a:moveTo>
                  <a:pt x="508635" y="329819"/>
                </a:moveTo>
                <a:lnTo>
                  <a:pt x="353568" y="329819"/>
                </a:lnTo>
                <a:lnTo>
                  <a:pt x="353568" y="635254"/>
                </a:lnTo>
                <a:lnTo>
                  <a:pt x="402082" y="627507"/>
                </a:lnTo>
                <a:lnTo>
                  <a:pt x="444627" y="605917"/>
                </a:lnTo>
                <a:lnTo>
                  <a:pt x="478282" y="572770"/>
                </a:lnTo>
                <a:lnTo>
                  <a:pt x="500507" y="530352"/>
                </a:lnTo>
                <a:lnTo>
                  <a:pt x="508635" y="481203"/>
                </a:lnTo>
                <a:lnTo>
                  <a:pt x="508635" y="329819"/>
                </a:lnTo>
                <a:close/>
              </a:path>
              <a:path w="508634" h="635635">
                <a:moveTo>
                  <a:pt x="508635" y="0"/>
                </a:moveTo>
                <a:lnTo>
                  <a:pt x="353568" y="0"/>
                </a:lnTo>
                <a:lnTo>
                  <a:pt x="353568" y="305435"/>
                </a:lnTo>
                <a:lnTo>
                  <a:pt x="402082" y="297688"/>
                </a:lnTo>
                <a:lnTo>
                  <a:pt x="444627" y="276098"/>
                </a:lnTo>
                <a:lnTo>
                  <a:pt x="478282" y="242951"/>
                </a:lnTo>
                <a:lnTo>
                  <a:pt x="500507" y="200660"/>
                </a:lnTo>
                <a:lnTo>
                  <a:pt x="508635" y="151384"/>
                </a:lnTo>
                <a:lnTo>
                  <a:pt x="508635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404604" y="376427"/>
            <a:ext cx="864235" cy="635635"/>
          </a:xfrm>
          <a:custGeom>
            <a:avLst/>
            <a:gdLst/>
            <a:ahLst/>
            <a:cxnLst/>
            <a:rect l="l" t="t" r="r" b="b"/>
            <a:pathLst>
              <a:path w="864234" h="635635">
                <a:moveTo>
                  <a:pt x="154813" y="329819"/>
                </a:moveTo>
                <a:lnTo>
                  <a:pt x="0" y="329819"/>
                </a:lnTo>
                <a:lnTo>
                  <a:pt x="0" y="635254"/>
                </a:lnTo>
                <a:lnTo>
                  <a:pt x="48387" y="627507"/>
                </a:lnTo>
                <a:lnTo>
                  <a:pt x="90932" y="605917"/>
                </a:lnTo>
                <a:lnTo>
                  <a:pt x="124587" y="572770"/>
                </a:lnTo>
                <a:lnTo>
                  <a:pt x="146812" y="530352"/>
                </a:lnTo>
                <a:lnTo>
                  <a:pt x="154813" y="481203"/>
                </a:lnTo>
                <a:lnTo>
                  <a:pt x="154813" y="329819"/>
                </a:lnTo>
                <a:close/>
              </a:path>
              <a:path w="864234" h="635635">
                <a:moveTo>
                  <a:pt x="154813" y="0"/>
                </a:moveTo>
                <a:lnTo>
                  <a:pt x="0" y="0"/>
                </a:lnTo>
                <a:lnTo>
                  <a:pt x="0" y="305435"/>
                </a:lnTo>
                <a:lnTo>
                  <a:pt x="48387" y="297688"/>
                </a:lnTo>
                <a:lnTo>
                  <a:pt x="90932" y="276098"/>
                </a:lnTo>
                <a:lnTo>
                  <a:pt x="124587" y="242951"/>
                </a:lnTo>
                <a:lnTo>
                  <a:pt x="146812" y="200660"/>
                </a:lnTo>
                <a:lnTo>
                  <a:pt x="154813" y="151384"/>
                </a:lnTo>
                <a:lnTo>
                  <a:pt x="154813" y="0"/>
                </a:lnTo>
                <a:close/>
              </a:path>
              <a:path w="864234" h="635635">
                <a:moveTo>
                  <a:pt x="334137" y="329819"/>
                </a:moveTo>
                <a:lnTo>
                  <a:pt x="179324" y="329819"/>
                </a:lnTo>
                <a:lnTo>
                  <a:pt x="179324" y="635254"/>
                </a:lnTo>
                <a:lnTo>
                  <a:pt x="227711" y="627507"/>
                </a:lnTo>
                <a:lnTo>
                  <a:pt x="270129" y="605917"/>
                </a:lnTo>
                <a:lnTo>
                  <a:pt x="303784" y="572770"/>
                </a:lnTo>
                <a:lnTo>
                  <a:pt x="326009" y="530352"/>
                </a:lnTo>
                <a:lnTo>
                  <a:pt x="334137" y="481203"/>
                </a:lnTo>
                <a:lnTo>
                  <a:pt x="334137" y="329819"/>
                </a:lnTo>
                <a:close/>
              </a:path>
              <a:path w="864234" h="635635">
                <a:moveTo>
                  <a:pt x="334137" y="0"/>
                </a:moveTo>
                <a:lnTo>
                  <a:pt x="179324" y="0"/>
                </a:lnTo>
                <a:lnTo>
                  <a:pt x="179324" y="151384"/>
                </a:lnTo>
                <a:lnTo>
                  <a:pt x="187071" y="200660"/>
                </a:lnTo>
                <a:lnTo>
                  <a:pt x="208788" y="242951"/>
                </a:lnTo>
                <a:lnTo>
                  <a:pt x="242062" y="276098"/>
                </a:lnTo>
                <a:lnTo>
                  <a:pt x="284607" y="297688"/>
                </a:lnTo>
                <a:lnTo>
                  <a:pt x="334137" y="305435"/>
                </a:lnTo>
                <a:lnTo>
                  <a:pt x="334137" y="0"/>
                </a:lnTo>
                <a:close/>
              </a:path>
              <a:path w="864234" h="635635">
                <a:moveTo>
                  <a:pt x="510667" y="329819"/>
                </a:moveTo>
                <a:lnTo>
                  <a:pt x="462153" y="337693"/>
                </a:lnTo>
                <a:lnTo>
                  <a:pt x="419735" y="359918"/>
                </a:lnTo>
                <a:lnTo>
                  <a:pt x="386080" y="393446"/>
                </a:lnTo>
                <a:lnTo>
                  <a:pt x="363855" y="435610"/>
                </a:lnTo>
                <a:lnTo>
                  <a:pt x="355854" y="483870"/>
                </a:lnTo>
                <a:lnTo>
                  <a:pt x="355854" y="635254"/>
                </a:lnTo>
                <a:lnTo>
                  <a:pt x="510667" y="635254"/>
                </a:lnTo>
                <a:lnTo>
                  <a:pt x="510667" y="329819"/>
                </a:lnTo>
                <a:close/>
              </a:path>
              <a:path w="864234" h="635635">
                <a:moveTo>
                  <a:pt x="510667" y="154051"/>
                </a:moveTo>
                <a:lnTo>
                  <a:pt x="502920" y="105918"/>
                </a:lnTo>
                <a:lnTo>
                  <a:pt x="481203" y="63627"/>
                </a:lnTo>
                <a:lnTo>
                  <a:pt x="447802" y="30099"/>
                </a:lnTo>
                <a:lnTo>
                  <a:pt x="405257" y="8001"/>
                </a:lnTo>
                <a:lnTo>
                  <a:pt x="355854" y="0"/>
                </a:lnTo>
                <a:lnTo>
                  <a:pt x="355854" y="305435"/>
                </a:lnTo>
                <a:lnTo>
                  <a:pt x="510667" y="305435"/>
                </a:lnTo>
                <a:lnTo>
                  <a:pt x="510667" y="154051"/>
                </a:lnTo>
                <a:close/>
              </a:path>
              <a:path w="864234" h="635635">
                <a:moveTo>
                  <a:pt x="687197" y="483870"/>
                </a:moveTo>
                <a:lnTo>
                  <a:pt x="679196" y="435610"/>
                </a:lnTo>
                <a:lnTo>
                  <a:pt x="656971" y="393446"/>
                </a:lnTo>
                <a:lnTo>
                  <a:pt x="623189" y="359918"/>
                </a:lnTo>
                <a:lnTo>
                  <a:pt x="580771" y="337693"/>
                </a:lnTo>
                <a:lnTo>
                  <a:pt x="532384" y="329819"/>
                </a:lnTo>
                <a:lnTo>
                  <a:pt x="532384" y="635254"/>
                </a:lnTo>
                <a:lnTo>
                  <a:pt x="687197" y="635254"/>
                </a:lnTo>
                <a:lnTo>
                  <a:pt x="687197" y="483870"/>
                </a:lnTo>
                <a:close/>
              </a:path>
              <a:path w="864234" h="635635">
                <a:moveTo>
                  <a:pt x="687197" y="0"/>
                </a:moveTo>
                <a:lnTo>
                  <a:pt x="637667" y="8001"/>
                </a:lnTo>
                <a:lnTo>
                  <a:pt x="595122" y="30099"/>
                </a:lnTo>
                <a:lnTo>
                  <a:pt x="561848" y="63627"/>
                </a:lnTo>
                <a:lnTo>
                  <a:pt x="540131" y="105918"/>
                </a:lnTo>
                <a:lnTo>
                  <a:pt x="532384" y="154051"/>
                </a:lnTo>
                <a:lnTo>
                  <a:pt x="532384" y="305435"/>
                </a:lnTo>
                <a:lnTo>
                  <a:pt x="687197" y="305435"/>
                </a:lnTo>
                <a:lnTo>
                  <a:pt x="687197" y="0"/>
                </a:lnTo>
                <a:close/>
              </a:path>
              <a:path w="864234" h="635635">
                <a:moveTo>
                  <a:pt x="861060" y="483870"/>
                </a:moveTo>
                <a:lnTo>
                  <a:pt x="853313" y="435610"/>
                </a:lnTo>
                <a:lnTo>
                  <a:pt x="831596" y="393446"/>
                </a:lnTo>
                <a:lnTo>
                  <a:pt x="798195" y="359918"/>
                </a:lnTo>
                <a:lnTo>
                  <a:pt x="755650" y="337693"/>
                </a:lnTo>
                <a:lnTo>
                  <a:pt x="706247" y="329819"/>
                </a:lnTo>
                <a:lnTo>
                  <a:pt x="706247" y="635254"/>
                </a:lnTo>
                <a:lnTo>
                  <a:pt x="861060" y="635254"/>
                </a:lnTo>
                <a:lnTo>
                  <a:pt x="861060" y="483870"/>
                </a:lnTo>
                <a:close/>
              </a:path>
              <a:path w="864234" h="635635">
                <a:moveTo>
                  <a:pt x="863727" y="0"/>
                </a:moveTo>
                <a:lnTo>
                  <a:pt x="708914" y="0"/>
                </a:lnTo>
                <a:lnTo>
                  <a:pt x="708914" y="305435"/>
                </a:lnTo>
                <a:lnTo>
                  <a:pt x="757301" y="297688"/>
                </a:lnTo>
                <a:lnTo>
                  <a:pt x="799719" y="276098"/>
                </a:lnTo>
                <a:lnTo>
                  <a:pt x="833501" y="242951"/>
                </a:lnTo>
                <a:lnTo>
                  <a:pt x="855726" y="200660"/>
                </a:lnTo>
                <a:lnTo>
                  <a:pt x="863727" y="151384"/>
                </a:lnTo>
                <a:lnTo>
                  <a:pt x="863727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704320" y="367283"/>
            <a:ext cx="487680" cy="303530"/>
          </a:xfrm>
          <a:custGeom>
            <a:avLst/>
            <a:gdLst/>
            <a:ahLst/>
            <a:cxnLst/>
            <a:rect l="l" t="t" r="r" b="b"/>
            <a:pathLst>
              <a:path w="487679" h="303530">
                <a:moveTo>
                  <a:pt x="155194" y="151638"/>
                </a:moveTo>
                <a:lnTo>
                  <a:pt x="147193" y="103632"/>
                </a:lnTo>
                <a:lnTo>
                  <a:pt x="124968" y="61976"/>
                </a:lnTo>
                <a:lnTo>
                  <a:pt x="91186" y="29210"/>
                </a:lnTo>
                <a:lnTo>
                  <a:pt x="48641" y="7747"/>
                </a:lnTo>
                <a:lnTo>
                  <a:pt x="0" y="0"/>
                </a:lnTo>
                <a:lnTo>
                  <a:pt x="0" y="303149"/>
                </a:lnTo>
                <a:lnTo>
                  <a:pt x="155194" y="303149"/>
                </a:lnTo>
                <a:lnTo>
                  <a:pt x="155194" y="151638"/>
                </a:lnTo>
                <a:close/>
              </a:path>
              <a:path w="487679" h="303530">
                <a:moveTo>
                  <a:pt x="331089" y="0"/>
                </a:moveTo>
                <a:lnTo>
                  <a:pt x="176784" y="0"/>
                </a:lnTo>
                <a:lnTo>
                  <a:pt x="176784" y="151638"/>
                </a:lnTo>
                <a:lnTo>
                  <a:pt x="184531" y="199644"/>
                </a:lnTo>
                <a:lnTo>
                  <a:pt x="206121" y="241173"/>
                </a:lnTo>
                <a:lnTo>
                  <a:pt x="239395" y="273939"/>
                </a:lnTo>
                <a:lnTo>
                  <a:pt x="281813" y="295529"/>
                </a:lnTo>
                <a:lnTo>
                  <a:pt x="331089" y="303149"/>
                </a:lnTo>
                <a:lnTo>
                  <a:pt x="331089" y="0"/>
                </a:lnTo>
                <a:close/>
              </a:path>
              <a:path w="487679" h="303530">
                <a:moveTo>
                  <a:pt x="487299" y="0"/>
                </a:moveTo>
                <a:lnTo>
                  <a:pt x="352679" y="0"/>
                </a:lnTo>
                <a:lnTo>
                  <a:pt x="352679" y="303149"/>
                </a:lnTo>
                <a:lnTo>
                  <a:pt x="401066" y="295529"/>
                </a:lnTo>
                <a:lnTo>
                  <a:pt x="443357" y="273939"/>
                </a:lnTo>
                <a:lnTo>
                  <a:pt x="476885" y="241173"/>
                </a:lnTo>
                <a:lnTo>
                  <a:pt x="487299" y="221742"/>
                </a:lnTo>
                <a:lnTo>
                  <a:pt x="487299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177016" y="367283"/>
            <a:ext cx="508634" cy="303530"/>
          </a:xfrm>
          <a:custGeom>
            <a:avLst/>
            <a:gdLst/>
            <a:ahLst/>
            <a:cxnLst/>
            <a:rect l="l" t="t" r="r" b="b"/>
            <a:pathLst>
              <a:path w="508634" h="303530">
                <a:moveTo>
                  <a:pt x="155067" y="151638"/>
                </a:moveTo>
                <a:lnTo>
                  <a:pt x="147066" y="103632"/>
                </a:lnTo>
                <a:lnTo>
                  <a:pt x="124714" y="61976"/>
                </a:lnTo>
                <a:lnTo>
                  <a:pt x="91059" y="29210"/>
                </a:lnTo>
                <a:lnTo>
                  <a:pt x="48514" y="7747"/>
                </a:lnTo>
                <a:lnTo>
                  <a:pt x="0" y="0"/>
                </a:lnTo>
                <a:lnTo>
                  <a:pt x="0" y="303149"/>
                </a:lnTo>
                <a:lnTo>
                  <a:pt x="155067" y="303149"/>
                </a:lnTo>
                <a:lnTo>
                  <a:pt x="155067" y="151638"/>
                </a:lnTo>
                <a:close/>
              </a:path>
              <a:path w="508634" h="303530">
                <a:moveTo>
                  <a:pt x="331851" y="0"/>
                </a:moveTo>
                <a:lnTo>
                  <a:pt x="282321" y="7747"/>
                </a:lnTo>
                <a:lnTo>
                  <a:pt x="239649" y="29210"/>
                </a:lnTo>
                <a:lnTo>
                  <a:pt x="206375" y="61976"/>
                </a:lnTo>
                <a:lnTo>
                  <a:pt x="184531" y="103632"/>
                </a:lnTo>
                <a:lnTo>
                  <a:pt x="176784" y="151638"/>
                </a:lnTo>
                <a:lnTo>
                  <a:pt x="176784" y="303149"/>
                </a:lnTo>
                <a:lnTo>
                  <a:pt x="331851" y="303149"/>
                </a:lnTo>
                <a:lnTo>
                  <a:pt x="331851" y="0"/>
                </a:lnTo>
                <a:close/>
              </a:path>
              <a:path w="508634" h="303530">
                <a:moveTo>
                  <a:pt x="508635" y="0"/>
                </a:moveTo>
                <a:lnTo>
                  <a:pt x="353568" y="0"/>
                </a:lnTo>
                <a:lnTo>
                  <a:pt x="353568" y="303149"/>
                </a:lnTo>
                <a:lnTo>
                  <a:pt x="402082" y="295529"/>
                </a:lnTo>
                <a:lnTo>
                  <a:pt x="444627" y="273939"/>
                </a:lnTo>
                <a:lnTo>
                  <a:pt x="478409" y="241173"/>
                </a:lnTo>
                <a:lnTo>
                  <a:pt x="500634" y="199644"/>
                </a:lnTo>
                <a:lnTo>
                  <a:pt x="508635" y="151638"/>
                </a:lnTo>
                <a:lnTo>
                  <a:pt x="508635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Resources</a:t>
            </a:r>
            <a:r>
              <a:rPr sz="2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MaharaTech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talks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5648" y="1944370"/>
            <a:ext cx="8665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1.Exploring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Generative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AI: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Tools,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Future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Trends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29129" y="2835605"/>
            <a:ext cx="5779770" cy="1542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6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https://maharatech.gov.eg/course/view.php?id=2294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6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2.Gen-</a:t>
            </a:r>
            <a:r>
              <a:rPr sz="2400" dirty="0">
                <a:latin typeface="Arial MT"/>
                <a:cs typeface="Arial MT"/>
              </a:rPr>
              <a:t>AI: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Tools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Modern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Developer: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125"/>
              </a:spcBef>
            </a:pP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4"/>
              </a:rPr>
              <a:t>https://maharatech.gov.eg/course/view.php?id=2299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71727" y="4343463"/>
            <a:ext cx="9638030" cy="2514600"/>
            <a:chOff x="871727" y="4343463"/>
            <a:chExt cx="9638030" cy="251460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1727" y="4343463"/>
              <a:ext cx="9637776" cy="251453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799" y="4538471"/>
              <a:ext cx="9067800" cy="2318003"/>
            </a:xfrm>
            <a:prstGeom prst="rect">
              <a:avLst/>
            </a:prstGeom>
          </p:spPr>
        </p:pic>
      </p:grpSp>
      <p:pic>
        <p:nvPicPr>
          <p:cNvPr id="16" name="object 16" descr="Hand Writing Inscription Now Its Your Turn with Marker, Concept, Stock  Image Stock Image - Image of idea, letter: 20651108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19488" y="1034796"/>
            <a:ext cx="2567940" cy="16306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65759"/>
            <a:ext cx="9358630" cy="681355"/>
          </a:xfrm>
          <a:custGeom>
            <a:avLst/>
            <a:gdLst/>
            <a:ahLst/>
            <a:cxnLst/>
            <a:rect l="l" t="t" r="r" b="b"/>
            <a:pathLst>
              <a:path w="9358630" h="681355">
                <a:moveTo>
                  <a:pt x="9081770" y="0"/>
                </a:moveTo>
                <a:lnTo>
                  <a:pt x="0" y="0"/>
                </a:lnTo>
                <a:lnTo>
                  <a:pt x="0" y="680974"/>
                </a:lnTo>
                <a:lnTo>
                  <a:pt x="9081770" y="680974"/>
                </a:lnTo>
                <a:lnTo>
                  <a:pt x="9126855" y="676910"/>
                </a:lnTo>
                <a:lnTo>
                  <a:pt x="9169527" y="664717"/>
                </a:lnTo>
                <a:lnTo>
                  <a:pt x="9209278" y="645287"/>
                </a:lnTo>
                <a:lnTo>
                  <a:pt x="9245600" y="619251"/>
                </a:lnTo>
                <a:lnTo>
                  <a:pt x="9277731" y="587120"/>
                </a:lnTo>
                <a:lnTo>
                  <a:pt x="9305417" y="549655"/>
                </a:lnTo>
                <a:lnTo>
                  <a:pt x="9327896" y="507618"/>
                </a:lnTo>
                <a:lnTo>
                  <a:pt x="9344660" y="461390"/>
                </a:lnTo>
                <a:lnTo>
                  <a:pt x="9355074" y="411734"/>
                </a:lnTo>
                <a:lnTo>
                  <a:pt x="9358630" y="359410"/>
                </a:lnTo>
                <a:lnTo>
                  <a:pt x="9358630" y="318897"/>
                </a:lnTo>
                <a:lnTo>
                  <a:pt x="9355074" y="267335"/>
                </a:lnTo>
                <a:lnTo>
                  <a:pt x="9344660" y="218312"/>
                </a:lnTo>
                <a:lnTo>
                  <a:pt x="9327896" y="172592"/>
                </a:lnTo>
                <a:lnTo>
                  <a:pt x="9305417" y="130810"/>
                </a:lnTo>
                <a:lnTo>
                  <a:pt x="9277731" y="93599"/>
                </a:lnTo>
                <a:lnTo>
                  <a:pt x="9245600" y="61722"/>
                </a:lnTo>
                <a:lnTo>
                  <a:pt x="9209278" y="35687"/>
                </a:lnTo>
                <a:lnTo>
                  <a:pt x="9169527" y="16255"/>
                </a:lnTo>
                <a:lnTo>
                  <a:pt x="9126855" y="4190"/>
                </a:lnTo>
                <a:lnTo>
                  <a:pt x="908177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62115"/>
            <a:ext cx="12187427" cy="59435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704320" y="705611"/>
            <a:ext cx="487680" cy="306070"/>
          </a:xfrm>
          <a:custGeom>
            <a:avLst/>
            <a:gdLst/>
            <a:ahLst/>
            <a:cxnLst/>
            <a:rect l="l" t="t" r="r" b="b"/>
            <a:pathLst>
              <a:path w="487679" h="306069">
                <a:moveTo>
                  <a:pt x="154559" y="0"/>
                </a:moveTo>
                <a:lnTo>
                  <a:pt x="0" y="0"/>
                </a:lnTo>
                <a:lnTo>
                  <a:pt x="0" y="151511"/>
                </a:lnTo>
                <a:lnTo>
                  <a:pt x="8001" y="200787"/>
                </a:lnTo>
                <a:lnTo>
                  <a:pt x="30226" y="243205"/>
                </a:lnTo>
                <a:lnTo>
                  <a:pt x="63881" y="276352"/>
                </a:lnTo>
                <a:lnTo>
                  <a:pt x="106172" y="298069"/>
                </a:lnTo>
                <a:lnTo>
                  <a:pt x="154559" y="305816"/>
                </a:lnTo>
                <a:lnTo>
                  <a:pt x="154559" y="0"/>
                </a:lnTo>
                <a:close/>
              </a:path>
              <a:path w="487679" h="306069">
                <a:moveTo>
                  <a:pt x="330708" y="0"/>
                </a:moveTo>
                <a:lnTo>
                  <a:pt x="176276" y="0"/>
                </a:lnTo>
                <a:lnTo>
                  <a:pt x="176276" y="305816"/>
                </a:lnTo>
                <a:lnTo>
                  <a:pt x="224536" y="298069"/>
                </a:lnTo>
                <a:lnTo>
                  <a:pt x="266954" y="276352"/>
                </a:lnTo>
                <a:lnTo>
                  <a:pt x="300609" y="243205"/>
                </a:lnTo>
                <a:lnTo>
                  <a:pt x="322707" y="200787"/>
                </a:lnTo>
                <a:lnTo>
                  <a:pt x="330708" y="151511"/>
                </a:lnTo>
                <a:lnTo>
                  <a:pt x="330708" y="0"/>
                </a:lnTo>
                <a:close/>
              </a:path>
              <a:path w="487679" h="306069">
                <a:moveTo>
                  <a:pt x="487172" y="0"/>
                </a:moveTo>
                <a:lnTo>
                  <a:pt x="352425" y="0"/>
                </a:lnTo>
                <a:lnTo>
                  <a:pt x="352425" y="305816"/>
                </a:lnTo>
                <a:lnTo>
                  <a:pt x="400812" y="298069"/>
                </a:lnTo>
                <a:lnTo>
                  <a:pt x="443103" y="276352"/>
                </a:lnTo>
                <a:lnTo>
                  <a:pt x="476758" y="243205"/>
                </a:lnTo>
                <a:lnTo>
                  <a:pt x="487172" y="223393"/>
                </a:lnTo>
                <a:lnTo>
                  <a:pt x="487172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818876" y="376427"/>
            <a:ext cx="863600" cy="635635"/>
          </a:xfrm>
          <a:custGeom>
            <a:avLst/>
            <a:gdLst/>
            <a:ahLst/>
            <a:cxnLst/>
            <a:rect l="l" t="t" r="r" b="b"/>
            <a:pathLst>
              <a:path w="863600" h="635635">
                <a:moveTo>
                  <a:pt x="155194" y="329819"/>
                </a:moveTo>
                <a:lnTo>
                  <a:pt x="106680" y="337693"/>
                </a:lnTo>
                <a:lnTo>
                  <a:pt x="64135" y="359918"/>
                </a:lnTo>
                <a:lnTo>
                  <a:pt x="30353" y="393446"/>
                </a:lnTo>
                <a:lnTo>
                  <a:pt x="8001" y="435610"/>
                </a:lnTo>
                <a:lnTo>
                  <a:pt x="0" y="483870"/>
                </a:lnTo>
                <a:lnTo>
                  <a:pt x="0" y="635254"/>
                </a:lnTo>
                <a:lnTo>
                  <a:pt x="155194" y="635254"/>
                </a:lnTo>
                <a:lnTo>
                  <a:pt x="155194" y="329819"/>
                </a:lnTo>
                <a:close/>
              </a:path>
              <a:path w="863600" h="635635">
                <a:moveTo>
                  <a:pt x="155194" y="154051"/>
                </a:moveTo>
                <a:lnTo>
                  <a:pt x="147447" y="105918"/>
                </a:lnTo>
                <a:lnTo>
                  <a:pt x="125730" y="63627"/>
                </a:lnTo>
                <a:lnTo>
                  <a:pt x="92329" y="30099"/>
                </a:lnTo>
                <a:lnTo>
                  <a:pt x="49657" y="8001"/>
                </a:lnTo>
                <a:lnTo>
                  <a:pt x="0" y="0"/>
                </a:lnTo>
                <a:lnTo>
                  <a:pt x="0" y="305435"/>
                </a:lnTo>
                <a:lnTo>
                  <a:pt x="155194" y="305435"/>
                </a:lnTo>
                <a:lnTo>
                  <a:pt x="155194" y="154051"/>
                </a:lnTo>
                <a:close/>
              </a:path>
              <a:path w="863600" h="635635">
                <a:moveTo>
                  <a:pt x="336550" y="329819"/>
                </a:moveTo>
                <a:lnTo>
                  <a:pt x="182880" y="329819"/>
                </a:lnTo>
                <a:lnTo>
                  <a:pt x="182880" y="635254"/>
                </a:lnTo>
                <a:lnTo>
                  <a:pt x="231013" y="627507"/>
                </a:lnTo>
                <a:lnTo>
                  <a:pt x="273177" y="605917"/>
                </a:lnTo>
                <a:lnTo>
                  <a:pt x="306578" y="572770"/>
                </a:lnTo>
                <a:lnTo>
                  <a:pt x="328676" y="530352"/>
                </a:lnTo>
                <a:lnTo>
                  <a:pt x="336550" y="481203"/>
                </a:lnTo>
                <a:lnTo>
                  <a:pt x="336550" y="329819"/>
                </a:lnTo>
                <a:close/>
              </a:path>
              <a:path w="863600" h="635635">
                <a:moveTo>
                  <a:pt x="336550" y="0"/>
                </a:moveTo>
                <a:lnTo>
                  <a:pt x="182880" y="0"/>
                </a:lnTo>
                <a:lnTo>
                  <a:pt x="182880" y="151384"/>
                </a:lnTo>
                <a:lnTo>
                  <a:pt x="190627" y="200660"/>
                </a:lnTo>
                <a:lnTo>
                  <a:pt x="212090" y="242951"/>
                </a:lnTo>
                <a:lnTo>
                  <a:pt x="245237" y="276098"/>
                </a:lnTo>
                <a:lnTo>
                  <a:pt x="287528" y="297688"/>
                </a:lnTo>
                <a:lnTo>
                  <a:pt x="336550" y="305435"/>
                </a:lnTo>
                <a:lnTo>
                  <a:pt x="336550" y="0"/>
                </a:lnTo>
                <a:close/>
              </a:path>
              <a:path w="863600" h="635635">
                <a:moveTo>
                  <a:pt x="513080" y="329184"/>
                </a:moveTo>
                <a:lnTo>
                  <a:pt x="464566" y="337185"/>
                </a:lnTo>
                <a:lnTo>
                  <a:pt x="422148" y="359283"/>
                </a:lnTo>
                <a:lnTo>
                  <a:pt x="388366" y="392938"/>
                </a:lnTo>
                <a:lnTo>
                  <a:pt x="366141" y="435102"/>
                </a:lnTo>
                <a:lnTo>
                  <a:pt x="358140" y="483362"/>
                </a:lnTo>
                <a:lnTo>
                  <a:pt x="358140" y="635000"/>
                </a:lnTo>
                <a:lnTo>
                  <a:pt x="513080" y="635000"/>
                </a:lnTo>
                <a:lnTo>
                  <a:pt x="513080" y="329184"/>
                </a:lnTo>
                <a:close/>
              </a:path>
              <a:path w="863600" h="635635">
                <a:moveTo>
                  <a:pt x="689610" y="483362"/>
                </a:moveTo>
                <a:lnTo>
                  <a:pt x="681609" y="435102"/>
                </a:lnTo>
                <a:lnTo>
                  <a:pt x="659384" y="392938"/>
                </a:lnTo>
                <a:lnTo>
                  <a:pt x="625729" y="359283"/>
                </a:lnTo>
                <a:lnTo>
                  <a:pt x="583184" y="337185"/>
                </a:lnTo>
                <a:lnTo>
                  <a:pt x="534797" y="329184"/>
                </a:lnTo>
                <a:lnTo>
                  <a:pt x="534797" y="635000"/>
                </a:lnTo>
                <a:lnTo>
                  <a:pt x="689610" y="635000"/>
                </a:lnTo>
                <a:lnTo>
                  <a:pt x="689610" y="483362"/>
                </a:lnTo>
                <a:close/>
              </a:path>
              <a:path w="863600" h="635635">
                <a:moveTo>
                  <a:pt x="863600" y="483362"/>
                </a:moveTo>
                <a:lnTo>
                  <a:pt x="855472" y="435102"/>
                </a:lnTo>
                <a:lnTo>
                  <a:pt x="833247" y="392938"/>
                </a:lnTo>
                <a:lnTo>
                  <a:pt x="799592" y="359283"/>
                </a:lnTo>
                <a:lnTo>
                  <a:pt x="757174" y="337185"/>
                </a:lnTo>
                <a:lnTo>
                  <a:pt x="708660" y="329184"/>
                </a:lnTo>
                <a:lnTo>
                  <a:pt x="708660" y="635000"/>
                </a:lnTo>
                <a:lnTo>
                  <a:pt x="863600" y="635000"/>
                </a:lnTo>
                <a:lnTo>
                  <a:pt x="863600" y="483362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87000" y="376427"/>
            <a:ext cx="508634" cy="635635"/>
          </a:xfrm>
          <a:custGeom>
            <a:avLst/>
            <a:gdLst/>
            <a:ahLst/>
            <a:cxnLst/>
            <a:rect l="l" t="t" r="r" b="b"/>
            <a:pathLst>
              <a:path w="508634" h="635635">
                <a:moveTo>
                  <a:pt x="155067" y="329819"/>
                </a:moveTo>
                <a:lnTo>
                  <a:pt x="0" y="329819"/>
                </a:lnTo>
                <a:lnTo>
                  <a:pt x="0" y="481203"/>
                </a:lnTo>
                <a:lnTo>
                  <a:pt x="8001" y="530352"/>
                </a:lnTo>
                <a:lnTo>
                  <a:pt x="30226" y="572770"/>
                </a:lnTo>
                <a:lnTo>
                  <a:pt x="64008" y="605917"/>
                </a:lnTo>
                <a:lnTo>
                  <a:pt x="106553" y="627507"/>
                </a:lnTo>
                <a:lnTo>
                  <a:pt x="155067" y="635254"/>
                </a:lnTo>
                <a:lnTo>
                  <a:pt x="155067" y="329819"/>
                </a:lnTo>
                <a:close/>
              </a:path>
              <a:path w="508634" h="635635">
                <a:moveTo>
                  <a:pt x="155321" y="154178"/>
                </a:moveTo>
                <a:lnTo>
                  <a:pt x="147447" y="106045"/>
                </a:lnTo>
                <a:lnTo>
                  <a:pt x="125730" y="63754"/>
                </a:lnTo>
                <a:lnTo>
                  <a:pt x="92329" y="30099"/>
                </a:lnTo>
                <a:lnTo>
                  <a:pt x="49657" y="8001"/>
                </a:lnTo>
                <a:lnTo>
                  <a:pt x="0" y="0"/>
                </a:lnTo>
                <a:lnTo>
                  <a:pt x="0" y="305816"/>
                </a:lnTo>
                <a:lnTo>
                  <a:pt x="155321" y="305816"/>
                </a:lnTo>
                <a:lnTo>
                  <a:pt x="155321" y="154178"/>
                </a:lnTo>
                <a:close/>
              </a:path>
              <a:path w="508634" h="635635">
                <a:moveTo>
                  <a:pt x="331851" y="329819"/>
                </a:moveTo>
                <a:lnTo>
                  <a:pt x="176784" y="329819"/>
                </a:lnTo>
                <a:lnTo>
                  <a:pt x="176784" y="635254"/>
                </a:lnTo>
                <a:lnTo>
                  <a:pt x="225298" y="627507"/>
                </a:lnTo>
                <a:lnTo>
                  <a:pt x="267843" y="605917"/>
                </a:lnTo>
                <a:lnTo>
                  <a:pt x="301625" y="572770"/>
                </a:lnTo>
                <a:lnTo>
                  <a:pt x="323850" y="530352"/>
                </a:lnTo>
                <a:lnTo>
                  <a:pt x="331851" y="481203"/>
                </a:lnTo>
                <a:lnTo>
                  <a:pt x="331851" y="329819"/>
                </a:lnTo>
                <a:close/>
              </a:path>
              <a:path w="508634" h="635635">
                <a:moveTo>
                  <a:pt x="331851" y="0"/>
                </a:moveTo>
                <a:lnTo>
                  <a:pt x="176784" y="0"/>
                </a:lnTo>
                <a:lnTo>
                  <a:pt x="176784" y="151384"/>
                </a:lnTo>
                <a:lnTo>
                  <a:pt x="184531" y="200660"/>
                </a:lnTo>
                <a:lnTo>
                  <a:pt x="206375" y="242951"/>
                </a:lnTo>
                <a:lnTo>
                  <a:pt x="239649" y="276098"/>
                </a:lnTo>
                <a:lnTo>
                  <a:pt x="282321" y="297688"/>
                </a:lnTo>
                <a:lnTo>
                  <a:pt x="331851" y="305435"/>
                </a:lnTo>
                <a:lnTo>
                  <a:pt x="331851" y="0"/>
                </a:lnTo>
                <a:close/>
              </a:path>
              <a:path w="508634" h="635635">
                <a:moveTo>
                  <a:pt x="508635" y="329819"/>
                </a:moveTo>
                <a:lnTo>
                  <a:pt x="353568" y="329819"/>
                </a:lnTo>
                <a:lnTo>
                  <a:pt x="353568" y="635254"/>
                </a:lnTo>
                <a:lnTo>
                  <a:pt x="402082" y="627507"/>
                </a:lnTo>
                <a:lnTo>
                  <a:pt x="444627" y="605917"/>
                </a:lnTo>
                <a:lnTo>
                  <a:pt x="478282" y="572770"/>
                </a:lnTo>
                <a:lnTo>
                  <a:pt x="500507" y="530352"/>
                </a:lnTo>
                <a:lnTo>
                  <a:pt x="508635" y="481203"/>
                </a:lnTo>
                <a:lnTo>
                  <a:pt x="508635" y="329819"/>
                </a:lnTo>
                <a:close/>
              </a:path>
              <a:path w="508634" h="635635">
                <a:moveTo>
                  <a:pt x="508635" y="0"/>
                </a:moveTo>
                <a:lnTo>
                  <a:pt x="353568" y="0"/>
                </a:lnTo>
                <a:lnTo>
                  <a:pt x="353568" y="305435"/>
                </a:lnTo>
                <a:lnTo>
                  <a:pt x="402082" y="297688"/>
                </a:lnTo>
                <a:lnTo>
                  <a:pt x="444627" y="276098"/>
                </a:lnTo>
                <a:lnTo>
                  <a:pt x="478282" y="242951"/>
                </a:lnTo>
                <a:lnTo>
                  <a:pt x="500507" y="200660"/>
                </a:lnTo>
                <a:lnTo>
                  <a:pt x="508635" y="151384"/>
                </a:lnTo>
                <a:lnTo>
                  <a:pt x="508635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404604" y="376427"/>
            <a:ext cx="864235" cy="635635"/>
          </a:xfrm>
          <a:custGeom>
            <a:avLst/>
            <a:gdLst/>
            <a:ahLst/>
            <a:cxnLst/>
            <a:rect l="l" t="t" r="r" b="b"/>
            <a:pathLst>
              <a:path w="864234" h="635635">
                <a:moveTo>
                  <a:pt x="154813" y="329819"/>
                </a:moveTo>
                <a:lnTo>
                  <a:pt x="0" y="329819"/>
                </a:lnTo>
                <a:lnTo>
                  <a:pt x="0" y="635254"/>
                </a:lnTo>
                <a:lnTo>
                  <a:pt x="48387" y="627507"/>
                </a:lnTo>
                <a:lnTo>
                  <a:pt x="90932" y="605917"/>
                </a:lnTo>
                <a:lnTo>
                  <a:pt x="124587" y="572770"/>
                </a:lnTo>
                <a:lnTo>
                  <a:pt x="146812" y="530352"/>
                </a:lnTo>
                <a:lnTo>
                  <a:pt x="154813" y="481203"/>
                </a:lnTo>
                <a:lnTo>
                  <a:pt x="154813" y="329819"/>
                </a:lnTo>
                <a:close/>
              </a:path>
              <a:path w="864234" h="635635">
                <a:moveTo>
                  <a:pt x="154813" y="0"/>
                </a:moveTo>
                <a:lnTo>
                  <a:pt x="0" y="0"/>
                </a:lnTo>
                <a:lnTo>
                  <a:pt x="0" y="305435"/>
                </a:lnTo>
                <a:lnTo>
                  <a:pt x="48387" y="297688"/>
                </a:lnTo>
                <a:lnTo>
                  <a:pt x="90932" y="276098"/>
                </a:lnTo>
                <a:lnTo>
                  <a:pt x="124587" y="242951"/>
                </a:lnTo>
                <a:lnTo>
                  <a:pt x="146812" y="200660"/>
                </a:lnTo>
                <a:lnTo>
                  <a:pt x="154813" y="151384"/>
                </a:lnTo>
                <a:lnTo>
                  <a:pt x="154813" y="0"/>
                </a:lnTo>
                <a:close/>
              </a:path>
              <a:path w="864234" h="635635">
                <a:moveTo>
                  <a:pt x="334137" y="329819"/>
                </a:moveTo>
                <a:lnTo>
                  <a:pt x="179324" y="329819"/>
                </a:lnTo>
                <a:lnTo>
                  <a:pt x="179324" y="635254"/>
                </a:lnTo>
                <a:lnTo>
                  <a:pt x="227711" y="627507"/>
                </a:lnTo>
                <a:lnTo>
                  <a:pt x="270129" y="605917"/>
                </a:lnTo>
                <a:lnTo>
                  <a:pt x="303784" y="572770"/>
                </a:lnTo>
                <a:lnTo>
                  <a:pt x="326009" y="530352"/>
                </a:lnTo>
                <a:lnTo>
                  <a:pt x="334137" y="481203"/>
                </a:lnTo>
                <a:lnTo>
                  <a:pt x="334137" y="329819"/>
                </a:lnTo>
                <a:close/>
              </a:path>
              <a:path w="864234" h="635635">
                <a:moveTo>
                  <a:pt x="334137" y="0"/>
                </a:moveTo>
                <a:lnTo>
                  <a:pt x="179324" y="0"/>
                </a:lnTo>
                <a:lnTo>
                  <a:pt x="179324" y="151384"/>
                </a:lnTo>
                <a:lnTo>
                  <a:pt x="187071" y="200660"/>
                </a:lnTo>
                <a:lnTo>
                  <a:pt x="208788" y="242951"/>
                </a:lnTo>
                <a:lnTo>
                  <a:pt x="242062" y="276098"/>
                </a:lnTo>
                <a:lnTo>
                  <a:pt x="284607" y="297688"/>
                </a:lnTo>
                <a:lnTo>
                  <a:pt x="334137" y="305435"/>
                </a:lnTo>
                <a:lnTo>
                  <a:pt x="334137" y="0"/>
                </a:lnTo>
                <a:close/>
              </a:path>
              <a:path w="864234" h="635635">
                <a:moveTo>
                  <a:pt x="510667" y="329819"/>
                </a:moveTo>
                <a:lnTo>
                  <a:pt x="462153" y="337693"/>
                </a:lnTo>
                <a:lnTo>
                  <a:pt x="419735" y="359918"/>
                </a:lnTo>
                <a:lnTo>
                  <a:pt x="386080" y="393446"/>
                </a:lnTo>
                <a:lnTo>
                  <a:pt x="363855" y="435610"/>
                </a:lnTo>
                <a:lnTo>
                  <a:pt x="355854" y="483870"/>
                </a:lnTo>
                <a:lnTo>
                  <a:pt x="355854" y="635254"/>
                </a:lnTo>
                <a:lnTo>
                  <a:pt x="510667" y="635254"/>
                </a:lnTo>
                <a:lnTo>
                  <a:pt x="510667" y="329819"/>
                </a:lnTo>
                <a:close/>
              </a:path>
              <a:path w="864234" h="635635">
                <a:moveTo>
                  <a:pt x="510667" y="154051"/>
                </a:moveTo>
                <a:lnTo>
                  <a:pt x="502920" y="105918"/>
                </a:lnTo>
                <a:lnTo>
                  <a:pt x="481203" y="63627"/>
                </a:lnTo>
                <a:lnTo>
                  <a:pt x="447802" y="30099"/>
                </a:lnTo>
                <a:lnTo>
                  <a:pt x="405257" y="8001"/>
                </a:lnTo>
                <a:lnTo>
                  <a:pt x="355854" y="0"/>
                </a:lnTo>
                <a:lnTo>
                  <a:pt x="355854" y="305435"/>
                </a:lnTo>
                <a:lnTo>
                  <a:pt x="510667" y="305435"/>
                </a:lnTo>
                <a:lnTo>
                  <a:pt x="510667" y="154051"/>
                </a:lnTo>
                <a:close/>
              </a:path>
              <a:path w="864234" h="635635">
                <a:moveTo>
                  <a:pt x="687197" y="483870"/>
                </a:moveTo>
                <a:lnTo>
                  <a:pt x="679196" y="435610"/>
                </a:lnTo>
                <a:lnTo>
                  <a:pt x="656971" y="393446"/>
                </a:lnTo>
                <a:lnTo>
                  <a:pt x="623189" y="359918"/>
                </a:lnTo>
                <a:lnTo>
                  <a:pt x="580771" y="337693"/>
                </a:lnTo>
                <a:lnTo>
                  <a:pt x="532384" y="329819"/>
                </a:lnTo>
                <a:lnTo>
                  <a:pt x="532384" y="635254"/>
                </a:lnTo>
                <a:lnTo>
                  <a:pt x="687197" y="635254"/>
                </a:lnTo>
                <a:lnTo>
                  <a:pt x="687197" y="483870"/>
                </a:lnTo>
                <a:close/>
              </a:path>
              <a:path w="864234" h="635635">
                <a:moveTo>
                  <a:pt x="687197" y="0"/>
                </a:moveTo>
                <a:lnTo>
                  <a:pt x="637667" y="8001"/>
                </a:lnTo>
                <a:lnTo>
                  <a:pt x="595122" y="30099"/>
                </a:lnTo>
                <a:lnTo>
                  <a:pt x="561848" y="63627"/>
                </a:lnTo>
                <a:lnTo>
                  <a:pt x="540131" y="105918"/>
                </a:lnTo>
                <a:lnTo>
                  <a:pt x="532384" y="154051"/>
                </a:lnTo>
                <a:lnTo>
                  <a:pt x="532384" y="305435"/>
                </a:lnTo>
                <a:lnTo>
                  <a:pt x="687197" y="305435"/>
                </a:lnTo>
                <a:lnTo>
                  <a:pt x="687197" y="0"/>
                </a:lnTo>
                <a:close/>
              </a:path>
              <a:path w="864234" h="635635">
                <a:moveTo>
                  <a:pt x="861060" y="483870"/>
                </a:moveTo>
                <a:lnTo>
                  <a:pt x="853313" y="435610"/>
                </a:lnTo>
                <a:lnTo>
                  <a:pt x="831596" y="393446"/>
                </a:lnTo>
                <a:lnTo>
                  <a:pt x="798195" y="359918"/>
                </a:lnTo>
                <a:lnTo>
                  <a:pt x="755650" y="337693"/>
                </a:lnTo>
                <a:lnTo>
                  <a:pt x="706247" y="329819"/>
                </a:lnTo>
                <a:lnTo>
                  <a:pt x="706247" y="635254"/>
                </a:lnTo>
                <a:lnTo>
                  <a:pt x="861060" y="635254"/>
                </a:lnTo>
                <a:lnTo>
                  <a:pt x="861060" y="483870"/>
                </a:lnTo>
                <a:close/>
              </a:path>
              <a:path w="864234" h="635635">
                <a:moveTo>
                  <a:pt x="863727" y="0"/>
                </a:moveTo>
                <a:lnTo>
                  <a:pt x="708914" y="0"/>
                </a:lnTo>
                <a:lnTo>
                  <a:pt x="708914" y="305435"/>
                </a:lnTo>
                <a:lnTo>
                  <a:pt x="757301" y="297688"/>
                </a:lnTo>
                <a:lnTo>
                  <a:pt x="799719" y="276098"/>
                </a:lnTo>
                <a:lnTo>
                  <a:pt x="833501" y="242951"/>
                </a:lnTo>
                <a:lnTo>
                  <a:pt x="855726" y="200660"/>
                </a:lnTo>
                <a:lnTo>
                  <a:pt x="863727" y="151384"/>
                </a:lnTo>
                <a:lnTo>
                  <a:pt x="863727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704320" y="367283"/>
            <a:ext cx="487680" cy="303530"/>
          </a:xfrm>
          <a:custGeom>
            <a:avLst/>
            <a:gdLst/>
            <a:ahLst/>
            <a:cxnLst/>
            <a:rect l="l" t="t" r="r" b="b"/>
            <a:pathLst>
              <a:path w="487679" h="303530">
                <a:moveTo>
                  <a:pt x="155194" y="151638"/>
                </a:moveTo>
                <a:lnTo>
                  <a:pt x="147193" y="103632"/>
                </a:lnTo>
                <a:lnTo>
                  <a:pt x="124968" y="61976"/>
                </a:lnTo>
                <a:lnTo>
                  <a:pt x="91186" y="29210"/>
                </a:lnTo>
                <a:lnTo>
                  <a:pt x="48641" y="7747"/>
                </a:lnTo>
                <a:lnTo>
                  <a:pt x="0" y="0"/>
                </a:lnTo>
                <a:lnTo>
                  <a:pt x="0" y="303149"/>
                </a:lnTo>
                <a:lnTo>
                  <a:pt x="155194" y="303149"/>
                </a:lnTo>
                <a:lnTo>
                  <a:pt x="155194" y="151638"/>
                </a:lnTo>
                <a:close/>
              </a:path>
              <a:path w="487679" h="303530">
                <a:moveTo>
                  <a:pt x="331089" y="0"/>
                </a:moveTo>
                <a:lnTo>
                  <a:pt x="176784" y="0"/>
                </a:lnTo>
                <a:lnTo>
                  <a:pt x="176784" y="151638"/>
                </a:lnTo>
                <a:lnTo>
                  <a:pt x="184531" y="199644"/>
                </a:lnTo>
                <a:lnTo>
                  <a:pt x="206121" y="241173"/>
                </a:lnTo>
                <a:lnTo>
                  <a:pt x="239395" y="273939"/>
                </a:lnTo>
                <a:lnTo>
                  <a:pt x="281813" y="295529"/>
                </a:lnTo>
                <a:lnTo>
                  <a:pt x="331089" y="303149"/>
                </a:lnTo>
                <a:lnTo>
                  <a:pt x="331089" y="0"/>
                </a:lnTo>
                <a:close/>
              </a:path>
              <a:path w="487679" h="303530">
                <a:moveTo>
                  <a:pt x="487299" y="0"/>
                </a:moveTo>
                <a:lnTo>
                  <a:pt x="352679" y="0"/>
                </a:lnTo>
                <a:lnTo>
                  <a:pt x="352679" y="303149"/>
                </a:lnTo>
                <a:lnTo>
                  <a:pt x="401066" y="295529"/>
                </a:lnTo>
                <a:lnTo>
                  <a:pt x="443357" y="273939"/>
                </a:lnTo>
                <a:lnTo>
                  <a:pt x="476885" y="241173"/>
                </a:lnTo>
                <a:lnTo>
                  <a:pt x="487299" y="221742"/>
                </a:lnTo>
                <a:lnTo>
                  <a:pt x="487299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177016" y="367283"/>
            <a:ext cx="508634" cy="303530"/>
          </a:xfrm>
          <a:custGeom>
            <a:avLst/>
            <a:gdLst/>
            <a:ahLst/>
            <a:cxnLst/>
            <a:rect l="l" t="t" r="r" b="b"/>
            <a:pathLst>
              <a:path w="508634" h="303530">
                <a:moveTo>
                  <a:pt x="155067" y="151638"/>
                </a:moveTo>
                <a:lnTo>
                  <a:pt x="147066" y="103632"/>
                </a:lnTo>
                <a:lnTo>
                  <a:pt x="124714" y="61976"/>
                </a:lnTo>
                <a:lnTo>
                  <a:pt x="91059" y="29210"/>
                </a:lnTo>
                <a:lnTo>
                  <a:pt x="48514" y="7747"/>
                </a:lnTo>
                <a:lnTo>
                  <a:pt x="0" y="0"/>
                </a:lnTo>
                <a:lnTo>
                  <a:pt x="0" y="303149"/>
                </a:lnTo>
                <a:lnTo>
                  <a:pt x="155067" y="303149"/>
                </a:lnTo>
                <a:lnTo>
                  <a:pt x="155067" y="151638"/>
                </a:lnTo>
                <a:close/>
              </a:path>
              <a:path w="508634" h="303530">
                <a:moveTo>
                  <a:pt x="331851" y="0"/>
                </a:moveTo>
                <a:lnTo>
                  <a:pt x="282321" y="7747"/>
                </a:lnTo>
                <a:lnTo>
                  <a:pt x="239649" y="29210"/>
                </a:lnTo>
                <a:lnTo>
                  <a:pt x="206375" y="61976"/>
                </a:lnTo>
                <a:lnTo>
                  <a:pt x="184531" y="103632"/>
                </a:lnTo>
                <a:lnTo>
                  <a:pt x="176784" y="151638"/>
                </a:lnTo>
                <a:lnTo>
                  <a:pt x="176784" y="303149"/>
                </a:lnTo>
                <a:lnTo>
                  <a:pt x="331851" y="303149"/>
                </a:lnTo>
                <a:lnTo>
                  <a:pt x="331851" y="0"/>
                </a:lnTo>
                <a:close/>
              </a:path>
              <a:path w="508634" h="303530">
                <a:moveTo>
                  <a:pt x="508635" y="0"/>
                </a:moveTo>
                <a:lnTo>
                  <a:pt x="353568" y="0"/>
                </a:lnTo>
                <a:lnTo>
                  <a:pt x="353568" y="303149"/>
                </a:lnTo>
                <a:lnTo>
                  <a:pt x="402082" y="295529"/>
                </a:lnTo>
                <a:lnTo>
                  <a:pt x="444627" y="273939"/>
                </a:lnTo>
                <a:lnTo>
                  <a:pt x="478409" y="241173"/>
                </a:lnTo>
                <a:lnTo>
                  <a:pt x="500634" y="199644"/>
                </a:lnTo>
                <a:lnTo>
                  <a:pt x="508635" y="151638"/>
                </a:lnTo>
                <a:lnTo>
                  <a:pt x="508635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Course</a:t>
            </a:r>
            <a:r>
              <a:rPr sz="2800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Outline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0809" y="1199621"/>
            <a:ext cx="11445875" cy="414083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175"/>
              </a:spcBef>
              <a:buFont typeface="Arial MT"/>
              <a:buChar char="•"/>
              <a:tabLst>
                <a:tab pos="469265" algn="l"/>
              </a:tabLst>
            </a:pPr>
            <a:r>
              <a:rPr sz="1800" dirty="0">
                <a:latin typeface="Segoe UI"/>
                <a:cs typeface="Segoe UI"/>
              </a:rPr>
              <a:t>Intro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Gen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AI: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evolution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of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AI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Generative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AI.</a:t>
            </a:r>
            <a:endParaRPr sz="18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469265" algn="l"/>
              </a:tabLst>
            </a:pPr>
            <a:r>
              <a:rPr sz="1800" dirty="0">
                <a:latin typeface="Segoe UI"/>
                <a:cs typeface="Segoe UI"/>
              </a:rPr>
              <a:t>Gen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AI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benefits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practical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use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cases</a:t>
            </a:r>
            <a:endParaRPr sz="1800">
              <a:latin typeface="Segoe UI"/>
              <a:cs typeface="Segoe UI"/>
            </a:endParaRPr>
          </a:p>
          <a:p>
            <a:pPr marL="469900" marR="222250" indent="-45720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1800" dirty="0">
                <a:latin typeface="Segoe UI"/>
                <a:cs typeface="Segoe UI"/>
              </a:rPr>
              <a:t>Key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Gen</a:t>
            </a:r>
            <a:r>
              <a:rPr sz="1800" spc="-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AI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terminologies and</a:t>
            </a:r>
            <a:r>
              <a:rPr sz="1800" spc="-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merging</a:t>
            </a:r>
            <a:r>
              <a:rPr sz="1800" spc="-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technologies: LLM,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Prompts &amp;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completions, </a:t>
            </a:r>
            <a:r>
              <a:rPr sz="1800" spc="-10" dirty="0">
                <a:latin typeface="Segoe UI"/>
                <a:cs typeface="Segoe UI"/>
              </a:rPr>
              <a:t>Tokens, </a:t>
            </a:r>
            <a:r>
              <a:rPr sz="1800" dirty="0">
                <a:latin typeface="Segoe UI"/>
                <a:cs typeface="Segoe UI"/>
              </a:rPr>
              <a:t>Models,</a:t>
            </a:r>
            <a:r>
              <a:rPr sz="1800" spc="-10" dirty="0">
                <a:latin typeface="Segoe UI"/>
                <a:cs typeface="Segoe UI"/>
              </a:rPr>
              <a:t> Multi-</a:t>
            </a:r>
            <a:r>
              <a:rPr sz="1800" dirty="0">
                <a:latin typeface="Segoe UI"/>
                <a:cs typeface="Segoe UI"/>
              </a:rPr>
              <a:t>modal</a:t>
            </a:r>
            <a:r>
              <a:rPr sz="1800" spc="3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models,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RAG,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Fine-</a:t>
            </a:r>
            <a:r>
              <a:rPr sz="1800" dirty="0">
                <a:latin typeface="Segoe UI"/>
                <a:cs typeface="Segoe UI"/>
              </a:rPr>
              <a:t>tuning,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Reasoning</a:t>
            </a:r>
            <a:r>
              <a:rPr sz="1800" spc="-8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models,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AI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agents.</a:t>
            </a:r>
            <a:endParaRPr sz="18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469265" algn="l"/>
              </a:tabLst>
            </a:pPr>
            <a:r>
              <a:rPr sz="1800" dirty="0">
                <a:latin typeface="Segoe UI"/>
                <a:cs typeface="Segoe UI"/>
              </a:rPr>
              <a:t>Gen</a:t>
            </a:r>
            <a:r>
              <a:rPr sz="1800" spc="1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AI</a:t>
            </a:r>
            <a:r>
              <a:rPr sz="1800" spc="1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tools</a:t>
            </a:r>
            <a:r>
              <a:rPr sz="1800" spc="1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models,</a:t>
            </a:r>
            <a:r>
              <a:rPr sz="1800" spc="1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tools</a:t>
            </a:r>
            <a:r>
              <a:rPr sz="1800" spc="1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(ChatGPT,</a:t>
            </a:r>
            <a:r>
              <a:rPr sz="1800" spc="1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Gemini,</a:t>
            </a:r>
            <a:r>
              <a:rPr sz="1800" spc="1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Claude,</a:t>
            </a:r>
            <a:r>
              <a:rPr sz="1800" spc="1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MS</a:t>
            </a:r>
            <a:r>
              <a:rPr sz="1800" spc="1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Copilot,</a:t>
            </a:r>
            <a:r>
              <a:rPr sz="1800" spc="18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DeepSeek,</a:t>
            </a:r>
            <a:r>
              <a:rPr sz="1800" spc="18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Qwen,</a:t>
            </a:r>
            <a:r>
              <a:rPr sz="1800" spc="1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Grok…)</a:t>
            </a:r>
            <a:r>
              <a:rPr sz="1800" spc="1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1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use</a:t>
            </a:r>
            <a:r>
              <a:rPr sz="1800" spc="1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cases</a:t>
            </a:r>
            <a:endParaRPr sz="1800">
              <a:latin typeface="Segoe UI"/>
              <a:cs typeface="Segoe UI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Segoe UI"/>
                <a:cs typeface="Segoe UI"/>
              </a:rPr>
              <a:t>in</a:t>
            </a:r>
            <a:r>
              <a:rPr sz="1800" spc="18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different</a:t>
            </a:r>
            <a:endParaRPr sz="1800">
              <a:latin typeface="Segoe UI"/>
              <a:cs typeface="Segoe UI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Segoe UI"/>
                <a:cs typeface="Segoe UI"/>
              </a:rPr>
              <a:t>fields.</a:t>
            </a:r>
            <a:endParaRPr sz="18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469265" algn="l"/>
              </a:tabLst>
            </a:pPr>
            <a:r>
              <a:rPr sz="1800" spc="-10" dirty="0">
                <a:latin typeface="Segoe UI"/>
                <a:cs typeface="Segoe UI"/>
              </a:rPr>
              <a:t>Introducing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prompt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engineering</a:t>
            </a:r>
            <a:endParaRPr sz="18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469265" algn="l"/>
              </a:tabLst>
            </a:pPr>
            <a:r>
              <a:rPr sz="1800" dirty="0">
                <a:latin typeface="Segoe UI"/>
                <a:cs typeface="Segoe UI"/>
              </a:rPr>
              <a:t>Use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cases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for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Gen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AI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applications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uses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(to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be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tailored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for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each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track)</a:t>
            </a:r>
            <a:endParaRPr sz="18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469265" algn="l"/>
              </a:tabLst>
            </a:pPr>
            <a:r>
              <a:rPr sz="1800" dirty="0">
                <a:latin typeface="Segoe UI"/>
                <a:cs typeface="Segoe UI"/>
              </a:rPr>
              <a:t>AI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tools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limitations,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security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data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privacy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considerations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483" y="6342888"/>
            <a:ext cx="10523220" cy="267970"/>
            <a:chOff x="824483" y="6342888"/>
            <a:chExt cx="10523220" cy="267970"/>
          </a:xfrm>
        </p:grpSpPr>
        <p:sp>
          <p:nvSpPr>
            <p:cNvPr id="3" name="object 3"/>
            <p:cNvSpPr/>
            <p:nvPr/>
          </p:nvSpPr>
          <p:spPr>
            <a:xfrm>
              <a:off x="827531" y="6345936"/>
              <a:ext cx="10517505" cy="7620"/>
            </a:xfrm>
            <a:custGeom>
              <a:avLst/>
              <a:gdLst/>
              <a:ahLst/>
              <a:cxnLst/>
              <a:rect l="l" t="t" r="r" b="b"/>
              <a:pathLst>
                <a:path w="10517505" h="7620">
                  <a:moveTo>
                    <a:pt x="0" y="0"/>
                  </a:moveTo>
                  <a:lnTo>
                    <a:pt x="10516997" y="7124"/>
                  </a:lnTo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531" y="6347460"/>
              <a:ext cx="519430" cy="263525"/>
            </a:xfrm>
            <a:custGeom>
              <a:avLst/>
              <a:gdLst/>
              <a:ahLst/>
              <a:cxnLst/>
              <a:rect l="l" t="t" r="r" b="b"/>
              <a:pathLst>
                <a:path w="519430" h="263525">
                  <a:moveTo>
                    <a:pt x="519417" y="0"/>
                  </a:moveTo>
                  <a:lnTo>
                    <a:pt x="0" y="0"/>
                  </a:lnTo>
                  <a:lnTo>
                    <a:pt x="0" y="263029"/>
                  </a:lnTo>
                  <a:lnTo>
                    <a:pt x="519417" y="263029"/>
                  </a:lnTo>
                  <a:lnTo>
                    <a:pt x="51941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27532" y="1013460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19">
                <a:moveTo>
                  <a:pt x="0" y="0"/>
                </a:moveTo>
                <a:lnTo>
                  <a:pt x="10516997" y="7112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62115"/>
            <a:ext cx="12187427" cy="59435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1704320" y="705611"/>
            <a:ext cx="487680" cy="306070"/>
          </a:xfrm>
          <a:custGeom>
            <a:avLst/>
            <a:gdLst/>
            <a:ahLst/>
            <a:cxnLst/>
            <a:rect l="l" t="t" r="r" b="b"/>
            <a:pathLst>
              <a:path w="487679" h="306069">
                <a:moveTo>
                  <a:pt x="154559" y="0"/>
                </a:moveTo>
                <a:lnTo>
                  <a:pt x="0" y="0"/>
                </a:lnTo>
                <a:lnTo>
                  <a:pt x="0" y="151511"/>
                </a:lnTo>
                <a:lnTo>
                  <a:pt x="8001" y="200787"/>
                </a:lnTo>
                <a:lnTo>
                  <a:pt x="30226" y="243205"/>
                </a:lnTo>
                <a:lnTo>
                  <a:pt x="63881" y="276352"/>
                </a:lnTo>
                <a:lnTo>
                  <a:pt x="106172" y="298069"/>
                </a:lnTo>
                <a:lnTo>
                  <a:pt x="154559" y="305816"/>
                </a:lnTo>
                <a:lnTo>
                  <a:pt x="154559" y="0"/>
                </a:lnTo>
                <a:close/>
              </a:path>
              <a:path w="487679" h="306069">
                <a:moveTo>
                  <a:pt x="330708" y="0"/>
                </a:moveTo>
                <a:lnTo>
                  <a:pt x="176276" y="0"/>
                </a:lnTo>
                <a:lnTo>
                  <a:pt x="176276" y="305816"/>
                </a:lnTo>
                <a:lnTo>
                  <a:pt x="224536" y="298069"/>
                </a:lnTo>
                <a:lnTo>
                  <a:pt x="266954" y="276352"/>
                </a:lnTo>
                <a:lnTo>
                  <a:pt x="300609" y="243205"/>
                </a:lnTo>
                <a:lnTo>
                  <a:pt x="322707" y="200787"/>
                </a:lnTo>
                <a:lnTo>
                  <a:pt x="330708" y="151511"/>
                </a:lnTo>
                <a:lnTo>
                  <a:pt x="330708" y="0"/>
                </a:lnTo>
                <a:close/>
              </a:path>
              <a:path w="487679" h="306069">
                <a:moveTo>
                  <a:pt x="487172" y="0"/>
                </a:moveTo>
                <a:lnTo>
                  <a:pt x="352425" y="0"/>
                </a:lnTo>
                <a:lnTo>
                  <a:pt x="352425" y="305816"/>
                </a:lnTo>
                <a:lnTo>
                  <a:pt x="400812" y="298069"/>
                </a:lnTo>
                <a:lnTo>
                  <a:pt x="443103" y="276352"/>
                </a:lnTo>
                <a:lnTo>
                  <a:pt x="476758" y="243205"/>
                </a:lnTo>
                <a:lnTo>
                  <a:pt x="487172" y="223393"/>
                </a:lnTo>
                <a:lnTo>
                  <a:pt x="487172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818876" y="376427"/>
            <a:ext cx="863600" cy="635635"/>
          </a:xfrm>
          <a:custGeom>
            <a:avLst/>
            <a:gdLst/>
            <a:ahLst/>
            <a:cxnLst/>
            <a:rect l="l" t="t" r="r" b="b"/>
            <a:pathLst>
              <a:path w="863600" h="635635">
                <a:moveTo>
                  <a:pt x="155194" y="329819"/>
                </a:moveTo>
                <a:lnTo>
                  <a:pt x="106680" y="337693"/>
                </a:lnTo>
                <a:lnTo>
                  <a:pt x="64135" y="359918"/>
                </a:lnTo>
                <a:lnTo>
                  <a:pt x="30353" y="393446"/>
                </a:lnTo>
                <a:lnTo>
                  <a:pt x="8001" y="435610"/>
                </a:lnTo>
                <a:lnTo>
                  <a:pt x="0" y="483870"/>
                </a:lnTo>
                <a:lnTo>
                  <a:pt x="0" y="635254"/>
                </a:lnTo>
                <a:lnTo>
                  <a:pt x="155194" y="635254"/>
                </a:lnTo>
                <a:lnTo>
                  <a:pt x="155194" y="329819"/>
                </a:lnTo>
                <a:close/>
              </a:path>
              <a:path w="863600" h="635635">
                <a:moveTo>
                  <a:pt x="155194" y="154051"/>
                </a:moveTo>
                <a:lnTo>
                  <a:pt x="147447" y="105918"/>
                </a:lnTo>
                <a:lnTo>
                  <a:pt x="125730" y="63627"/>
                </a:lnTo>
                <a:lnTo>
                  <a:pt x="92329" y="30099"/>
                </a:lnTo>
                <a:lnTo>
                  <a:pt x="49657" y="8001"/>
                </a:lnTo>
                <a:lnTo>
                  <a:pt x="0" y="0"/>
                </a:lnTo>
                <a:lnTo>
                  <a:pt x="0" y="305435"/>
                </a:lnTo>
                <a:lnTo>
                  <a:pt x="155194" y="305435"/>
                </a:lnTo>
                <a:lnTo>
                  <a:pt x="155194" y="154051"/>
                </a:lnTo>
                <a:close/>
              </a:path>
              <a:path w="863600" h="635635">
                <a:moveTo>
                  <a:pt x="336550" y="329819"/>
                </a:moveTo>
                <a:lnTo>
                  <a:pt x="182880" y="329819"/>
                </a:lnTo>
                <a:lnTo>
                  <a:pt x="182880" y="635254"/>
                </a:lnTo>
                <a:lnTo>
                  <a:pt x="231013" y="627507"/>
                </a:lnTo>
                <a:lnTo>
                  <a:pt x="273177" y="605917"/>
                </a:lnTo>
                <a:lnTo>
                  <a:pt x="306578" y="572770"/>
                </a:lnTo>
                <a:lnTo>
                  <a:pt x="328676" y="530352"/>
                </a:lnTo>
                <a:lnTo>
                  <a:pt x="336550" y="481203"/>
                </a:lnTo>
                <a:lnTo>
                  <a:pt x="336550" y="329819"/>
                </a:lnTo>
                <a:close/>
              </a:path>
              <a:path w="863600" h="635635">
                <a:moveTo>
                  <a:pt x="336550" y="0"/>
                </a:moveTo>
                <a:lnTo>
                  <a:pt x="182880" y="0"/>
                </a:lnTo>
                <a:lnTo>
                  <a:pt x="182880" y="151384"/>
                </a:lnTo>
                <a:lnTo>
                  <a:pt x="190627" y="200660"/>
                </a:lnTo>
                <a:lnTo>
                  <a:pt x="212090" y="242951"/>
                </a:lnTo>
                <a:lnTo>
                  <a:pt x="245237" y="276098"/>
                </a:lnTo>
                <a:lnTo>
                  <a:pt x="287528" y="297688"/>
                </a:lnTo>
                <a:lnTo>
                  <a:pt x="336550" y="305435"/>
                </a:lnTo>
                <a:lnTo>
                  <a:pt x="336550" y="0"/>
                </a:lnTo>
                <a:close/>
              </a:path>
              <a:path w="863600" h="635635">
                <a:moveTo>
                  <a:pt x="513080" y="329184"/>
                </a:moveTo>
                <a:lnTo>
                  <a:pt x="464566" y="337185"/>
                </a:lnTo>
                <a:lnTo>
                  <a:pt x="422148" y="359283"/>
                </a:lnTo>
                <a:lnTo>
                  <a:pt x="388366" y="392938"/>
                </a:lnTo>
                <a:lnTo>
                  <a:pt x="366141" y="435102"/>
                </a:lnTo>
                <a:lnTo>
                  <a:pt x="358140" y="483362"/>
                </a:lnTo>
                <a:lnTo>
                  <a:pt x="358140" y="635000"/>
                </a:lnTo>
                <a:lnTo>
                  <a:pt x="513080" y="635000"/>
                </a:lnTo>
                <a:lnTo>
                  <a:pt x="513080" y="329184"/>
                </a:lnTo>
                <a:close/>
              </a:path>
              <a:path w="863600" h="635635">
                <a:moveTo>
                  <a:pt x="689610" y="483362"/>
                </a:moveTo>
                <a:lnTo>
                  <a:pt x="681609" y="435102"/>
                </a:lnTo>
                <a:lnTo>
                  <a:pt x="659384" y="392938"/>
                </a:lnTo>
                <a:lnTo>
                  <a:pt x="625729" y="359283"/>
                </a:lnTo>
                <a:lnTo>
                  <a:pt x="583184" y="337185"/>
                </a:lnTo>
                <a:lnTo>
                  <a:pt x="534797" y="329184"/>
                </a:lnTo>
                <a:lnTo>
                  <a:pt x="534797" y="635000"/>
                </a:lnTo>
                <a:lnTo>
                  <a:pt x="689610" y="635000"/>
                </a:lnTo>
                <a:lnTo>
                  <a:pt x="689610" y="483362"/>
                </a:lnTo>
                <a:close/>
              </a:path>
              <a:path w="863600" h="635635">
                <a:moveTo>
                  <a:pt x="863600" y="483362"/>
                </a:moveTo>
                <a:lnTo>
                  <a:pt x="855472" y="435102"/>
                </a:lnTo>
                <a:lnTo>
                  <a:pt x="833247" y="392938"/>
                </a:lnTo>
                <a:lnTo>
                  <a:pt x="799592" y="359283"/>
                </a:lnTo>
                <a:lnTo>
                  <a:pt x="757174" y="337185"/>
                </a:lnTo>
                <a:lnTo>
                  <a:pt x="708660" y="329184"/>
                </a:lnTo>
                <a:lnTo>
                  <a:pt x="708660" y="635000"/>
                </a:lnTo>
                <a:lnTo>
                  <a:pt x="863600" y="635000"/>
                </a:lnTo>
                <a:lnTo>
                  <a:pt x="863600" y="483362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87000" y="376427"/>
            <a:ext cx="508634" cy="635635"/>
          </a:xfrm>
          <a:custGeom>
            <a:avLst/>
            <a:gdLst/>
            <a:ahLst/>
            <a:cxnLst/>
            <a:rect l="l" t="t" r="r" b="b"/>
            <a:pathLst>
              <a:path w="508634" h="635635">
                <a:moveTo>
                  <a:pt x="155067" y="329819"/>
                </a:moveTo>
                <a:lnTo>
                  <a:pt x="0" y="329819"/>
                </a:lnTo>
                <a:lnTo>
                  <a:pt x="0" y="481203"/>
                </a:lnTo>
                <a:lnTo>
                  <a:pt x="8001" y="530352"/>
                </a:lnTo>
                <a:lnTo>
                  <a:pt x="30226" y="572770"/>
                </a:lnTo>
                <a:lnTo>
                  <a:pt x="64008" y="605917"/>
                </a:lnTo>
                <a:lnTo>
                  <a:pt x="106553" y="627507"/>
                </a:lnTo>
                <a:lnTo>
                  <a:pt x="155067" y="635254"/>
                </a:lnTo>
                <a:lnTo>
                  <a:pt x="155067" y="329819"/>
                </a:lnTo>
                <a:close/>
              </a:path>
              <a:path w="508634" h="635635">
                <a:moveTo>
                  <a:pt x="155321" y="154178"/>
                </a:moveTo>
                <a:lnTo>
                  <a:pt x="147447" y="106045"/>
                </a:lnTo>
                <a:lnTo>
                  <a:pt x="125730" y="63754"/>
                </a:lnTo>
                <a:lnTo>
                  <a:pt x="92329" y="30099"/>
                </a:lnTo>
                <a:lnTo>
                  <a:pt x="49657" y="8001"/>
                </a:lnTo>
                <a:lnTo>
                  <a:pt x="0" y="0"/>
                </a:lnTo>
                <a:lnTo>
                  <a:pt x="0" y="305816"/>
                </a:lnTo>
                <a:lnTo>
                  <a:pt x="155321" y="305816"/>
                </a:lnTo>
                <a:lnTo>
                  <a:pt x="155321" y="154178"/>
                </a:lnTo>
                <a:close/>
              </a:path>
              <a:path w="508634" h="635635">
                <a:moveTo>
                  <a:pt x="331851" y="329819"/>
                </a:moveTo>
                <a:lnTo>
                  <a:pt x="176784" y="329819"/>
                </a:lnTo>
                <a:lnTo>
                  <a:pt x="176784" y="635254"/>
                </a:lnTo>
                <a:lnTo>
                  <a:pt x="225298" y="627507"/>
                </a:lnTo>
                <a:lnTo>
                  <a:pt x="267843" y="605917"/>
                </a:lnTo>
                <a:lnTo>
                  <a:pt x="301625" y="572770"/>
                </a:lnTo>
                <a:lnTo>
                  <a:pt x="323850" y="530352"/>
                </a:lnTo>
                <a:lnTo>
                  <a:pt x="331851" y="481203"/>
                </a:lnTo>
                <a:lnTo>
                  <a:pt x="331851" y="329819"/>
                </a:lnTo>
                <a:close/>
              </a:path>
              <a:path w="508634" h="635635">
                <a:moveTo>
                  <a:pt x="331851" y="0"/>
                </a:moveTo>
                <a:lnTo>
                  <a:pt x="176784" y="0"/>
                </a:lnTo>
                <a:lnTo>
                  <a:pt x="176784" y="151384"/>
                </a:lnTo>
                <a:lnTo>
                  <a:pt x="184531" y="200660"/>
                </a:lnTo>
                <a:lnTo>
                  <a:pt x="206375" y="242951"/>
                </a:lnTo>
                <a:lnTo>
                  <a:pt x="239649" y="276098"/>
                </a:lnTo>
                <a:lnTo>
                  <a:pt x="282321" y="297688"/>
                </a:lnTo>
                <a:lnTo>
                  <a:pt x="331851" y="305435"/>
                </a:lnTo>
                <a:lnTo>
                  <a:pt x="331851" y="0"/>
                </a:lnTo>
                <a:close/>
              </a:path>
              <a:path w="508634" h="635635">
                <a:moveTo>
                  <a:pt x="508635" y="329819"/>
                </a:moveTo>
                <a:lnTo>
                  <a:pt x="353568" y="329819"/>
                </a:lnTo>
                <a:lnTo>
                  <a:pt x="353568" y="635254"/>
                </a:lnTo>
                <a:lnTo>
                  <a:pt x="402082" y="627507"/>
                </a:lnTo>
                <a:lnTo>
                  <a:pt x="444627" y="605917"/>
                </a:lnTo>
                <a:lnTo>
                  <a:pt x="478282" y="572770"/>
                </a:lnTo>
                <a:lnTo>
                  <a:pt x="500507" y="530352"/>
                </a:lnTo>
                <a:lnTo>
                  <a:pt x="508635" y="481203"/>
                </a:lnTo>
                <a:lnTo>
                  <a:pt x="508635" y="329819"/>
                </a:lnTo>
                <a:close/>
              </a:path>
              <a:path w="508634" h="635635">
                <a:moveTo>
                  <a:pt x="508635" y="0"/>
                </a:moveTo>
                <a:lnTo>
                  <a:pt x="353568" y="0"/>
                </a:lnTo>
                <a:lnTo>
                  <a:pt x="353568" y="305435"/>
                </a:lnTo>
                <a:lnTo>
                  <a:pt x="402082" y="297688"/>
                </a:lnTo>
                <a:lnTo>
                  <a:pt x="444627" y="276098"/>
                </a:lnTo>
                <a:lnTo>
                  <a:pt x="478282" y="242951"/>
                </a:lnTo>
                <a:lnTo>
                  <a:pt x="500507" y="200660"/>
                </a:lnTo>
                <a:lnTo>
                  <a:pt x="508635" y="151384"/>
                </a:lnTo>
                <a:lnTo>
                  <a:pt x="508635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04604" y="376427"/>
            <a:ext cx="864235" cy="635635"/>
          </a:xfrm>
          <a:custGeom>
            <a:avLst/>
            <a:gdLst/>
            <a:ahLst/>
            <a:cxnLst/>
            <a:rect l="l" t="t" r="r" b="b"/>
            <a:pathLst>
              <a:path w="864234" h="635635">
                <a:moveTo>
                  <a:pt x="154813" y="329819"/>
                </a:moveTo>
                <a:lnTo>
                  <a:pt x="0" y="329819"/>
                </a:lnTo>
                <a:lnTo>
                  <a:pt x="0" y="635254"/>
                </a:lnTo>
                <a:lnTo>
                  <a:pt x="48387" y="627507"/>
                </a:lnTo>
                <a:lnTo>
                  <a:pt x="90932" y="605917"/>
                </a:lnTo>
                <a:lnTo>
                  <a:pt x="124587" y="572770"/>
                </a:lnTo>
                <a:lnTo>
                  <a:pt x="146812" y="530352"/>
                </a:lnTo>
                <a:lnTo>
                  <a:pt x="154813" y="481203"/>
                </a:lnTo>
                <a:lnTo>
                  <a:pt x="154813" y="329819"/>
                </a:lnTo>
                <a:close/>
              </a:path>
              <a:path w="864234" h="635635">
                <a:moveTo>
                  <a:pt x="154813" y="0"/>
                </a:moveTo>
                <a:lnTo>
                  <a:pt x="0" y="0"/>
                </a:lnTo>
                <a:lnTo>
                  <a:pt x="0" y="305435"/>
                </a:lnTo>
                <a:lnTo>
                  <a:pt x="48387" y="297688"/>
                </a:lnTo>
                <a:lnTo>
                  <a:pt x="90932" y="276098"/>
                </a:lnTo>
                <a:lnTo>
                  <a:pt x="124587" y="242951"/>
                </a:lnTo>
                <a:lnTo>
                  <a:pt x="146812" y="200660"/>
                </a:lnTo>
                <a:lnTo>
                  <a:pt x="154813" y="151384"/>
                </a:lnTo>
                <a:lnTo>
                  <a:pt x="154813" y="0"/>
                </a:lnTo>
                <a:close/>
              </a:path>
              <a:path w="864234" h="635635">
                <a:moveTo>
                  <a:pt x="334137" y="329819"/>
                </a:moveTo>
                <a:lnTo>
                  <a:pt x="179324" y="329819"/>
                </a:lnTo>
                <a:lnTo>
                  <a:pt x="179324" y="635254"/>
                </a:lnTo>
                <a:lnTo>
                  <a:pt x="227711" y="627507"/>
                </a:lnTo>
                <a:lnTo>
                  <a:pt x="270129" y="605917"/>
                </a:lnTo>
                <a:lnTo>
                  <a:pt x="303784" y="572770"/>
                </a:lnTo>
                <a:lnTo>
                  <a:pt x="326009" y="530352"/>
                </a:lnTo>
                <a:lnTo>
                  <a:pt x="334137" y="481203"/>
                </a:lnTo>
                <a:lnTo>
                  <a:pt x="334137" y="329819"/>
                </a:lnTo>
                <a:close/>
              </a:path>
              <a:path w="864234" h="635635">
                <a:moveTo>
                  <a:pt x="334137" y="0"/>
                </a:moveTo>
                <a:lnTo>
                  <a:pt x="179324" y="0"/>
                </a:lnTo>
                <a:lnTo>
                  <a:pt x="179324" y="151384"/>
                </a:lnTo>
                <a:lnTo>
                  <a:pt x="187071" y="200660"/>
                </a:lnTo>
                <a:lnTo>
                  <a:pt x="208788" y="242951"/>
                </a:lnTo>
                <a:lnTo>
                  <a:pt x="242062" y="276098"/>
                </a:lnTo>
                <a:lnTo>
                  <a:pt x="284607" y="297688"/>
                </a:lnTo>
                <a:lnTo>
                  <a:pt x="334137" y="305435"/>
                </a:lnTo>
                <a:lnTo>
                  <a:pt x="334137" y="0"/>
                </a:lnTo>
                <a:close/>
              </a:path>
              <a:path w="864234" h="635635">
                <a:moveTo>
                  <a:pt x="510667" y="329819"/>
                </a:moveTo>
                <a:lnTo>
                  <a:pt x="462153" y="337693"/>
                </a:lnTo>
                <a:lnTo>
                  <a:pt x="419735" y="359918"/>
                </a:lnTo>
                <a:lnTo>
                  <a:pt x="386080" y="393446"/>
                </a:lnTo>
                <a:lnTo>
                  <a:pt x="363855" y="435610"/>
                </a:lnTo>
                <a:lnTo>
                  <a:pt x="355854" y="483870"/>
                </a:lnTo>
                <a:lnTo>
                  <a:pt x="355854" y="635254"/>
                </a:lnTo>
                <a:lnTo>
                  <a:pt x="510667" y="635254"/>
                </a:lnTo>
                <a:lnTo>
                  <a:pt x="510667" y="329819"/>
                </a:lnTo>
                <a:close/>
              </a:path>
              <a:path w="864234" h="635635">
                <a:moveTo>
                  <a:pt x="510667" y="154051"/>
                </a:moveTo>
                <a:lnTo>
                  <a:pt x="502920" y="105918"/>
                </a:lnTo>
                <a:lnTo>
                  <a:pt x="481203" y="63627"/>
                </a:lnTo>
                <a:lnTo>
                  <a:pt x="447802" y="30099"/>
                </a:lnTo>
                <a:lnTo>
                  <a:pt x="405257" y="8001"/>
                </a:lnTo>
                <a:lnTo>
                  <a:pt x="355854" y="0"/>
                </a:lnTo>
                <a:lnTo>
                  <a:pt x="355854" y="305435"/>
                </a:lnTo>
                <a:lnTo>
                  <a:pt x="510667" y="305435"/>
                </a:lnTo>
                <a:lnTo>
                  <a:pt x="510667" y="154051"/>
                </a:lnTo>
                <a:close/>
              </a:path>
              <a:path w="864234" h="635635">
                <a:moveTo>
                  <a:pt x="687197" y="483870"/>
                </a:moveTo>
                <a:lnTo>
                  <a:pt x="679196" y="435610"/>
                </a:lnTo>
                <a:lnTo>
                  <a:pt x="656971" y="393446"/>
                </a:lnTo>
                <a:lnTo>
                  <a:pt x="623189" y="359918"/>
                </a:lnTo>
                <a:lnTo>
                  <a:pt x="580771" y="337693"/>
                </a:lnTo>
                <a:lnTo>
                  <a:pt x="532384" y="329819"/>
                </a:lnTo>
                <a:lnTo>
                  <a:pt x="532384" y="635254"/>
                </a:lnTo>
                <a:lnTo>
                  <a:pt x="687197" y="635254"/>
                </a:lnTo>
                <a:lnTo>
                  <a:pt x="687197" y="483870"/>
                </a:lnTo>
                <a:close/>
              </a:path>
              <a:path w="864234" h="635635">
                <a:moveTo>
                  <a:pt x="687197" y="0"/>
                </a:moveTo>
                <a:lnTo>
                  <a:pt x="637667" y="8001"/>
                </a:lnTo>
                <a:lnTo>
                  <a:pt x="595122" y="30099"/>
                </a:lnTo>
                <a:lnTo>
                  <a:pt x="561848" y="63627"/>
                </a:lnTo>
                <a:lnTo>
                  <a:pt x="540131" y="105918"/>
                </a:lnTo>
                <a:lnTo>
                  <a:pt x="532384" y="154051"/>
                </a:lnTo>
                <a:lnTo>
                  <a:pt x="532384" y="305435"/>
                </a:lnTo>
                <a:lnTo>
                  <a:pt x="687197" y="305435"/>
                </a:lnTo>
                <a:lnTo>
                  <a:pt x="687197" y="0"/>
                </a:lnTo>
                <a:close/>
              </a:path>
              <a:path w="864234" h="635635">
                <a:moveTo>
                  <a:pt x="861060" y="483870"/>
                </a:moveTo>
                <a:lnTo>
                  <a:pt x="853313" y="435610"/>
                </a:lnTo>
                <a:lnTo>
                  <a:pt x="831596" y="393446"/>
                </a:lnTo>
                <a:lnTo>
                  <a:pt x="798195" y="359918"/>
                </a:lnTo>
                <a:lnTo>
                  <a:pt x="755650" y="337693"/>
                </a:lnTo>
                <a:lnTo>
                  <a:pt x="706247" y="329819"/>
                </a:lnTo>
                <a:lnTo>
                  <a:pt x="706247" y="635254"/>
                </a:lnTo>
                <a:lnTo>
                  <a:pt x="861060" y="635254"/>
                </a:lnTo>
                <a:lnTo>
                  <a:pt x="861060" y="483870"/>
                </a:lnTo>
                <a:close/>
              </a:path>
              <a:path w="864234" h="635635">
                <a:moveTo>
                  <a:pt x="863727" y="0"/>
                </a:moveTo>
                <a:lnTo>
                  <a:pt x="708914" y="0"/>
                </a:lnTo>
                <a:lnTo>
                  <a:pt x="708914" y="305435"/>
                </a:lnTo>
                <a:lnTo>
                  <a:pt x="757301" y="297688"/>
                </a:lnTo>
                <a:lnTo>
                  <a:pt x="799719" y="276098"/>
                </a:lnTo>
                <a:lnTo>
                  <a:pt x="833501" y="242951"/>
                </a:lnTo>
                <a:lnTo>
                  <a:pt x="855726" y="200660"/>
                </a:lnTo>
                <a:lnTo>
                  <a:pt x="863727" y="151384"/>
                </a:lnTo>
                <a:lnTo>
                  <a:pt x="863727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704320" y="367283"/>
            <a:ext cx="487680" cy="303530"/>
          </a:xfrm>
          <a:custGeom>
            <a:avLst/>
            <a:gdLst/>
            <a:ahLst/>
            <a:cxnLst/>
            <a:rect l="l" t="t" r="r" b="b"/>
            <a:pathLst>
              <a:path w="487679" h="303530">
                <a:moveTo>
                  <a:pt x="155194" y="151638"/>
                </a:moveTo>
                <a:lnTo>
                  <a:pt x="147193" y="103632"/>
                </a:lnTo>
                <a:lnTo>
                  <a:pt x="124968" y="61976"/>
                </a:lnTo>
                <a:lnTo>
                  <a:pt x="91186" y="29210"/>
                </a:lnTo>
                <a:lnTo>
                  <a:pt x="48641" y="7747"/>
                </a:lnTo>
                <a:lnTo>
                  <a:pt x="0" y="0"/>
                </a:lnTo>
                <a:lnTo>
                  <a:pt x="0" y="303149"/>
                </a:lnTo>
                <a:lnTo>
                  <a:pt x="155194" y="303149"/>
                </a:lnTo>
                <a:lnTo>
                  <a:pt x="155194" y="151638"/>
                </a:lnTo>
                <a:close/>
              </a:path>
              <a:path w="487679" h="303530">
                <a:moveTo>
                  <a:pt x="331089" y="0"/>
                </a:moveTo>
                <a:lnTo>
                  <a:pt x="176784" y="0"/>
                </a:lnTo>
                <a:lnTo>
                  <a:pt x="176784" y="151638"/>
                </a:lnTo>
                <a:lnTo>
                  <a:pt x="184531" y="199644"/>
                </a:lnTo>
                <a:lnTo>
                  <a:pt x="206121" y="241173"/>
                </a:lnTo>
                <a:lnTo>
                  <a:pt x="239395" y="273939"/>
                </a:lnTo>
                <a:lnTo>
                  <a:pt x="281813" y="295529"/>
                </a:lnTo>
                <a:lnTo>
                  <a:pt x="331089" y="303149"/>
                </a:lnTo>
                <a:lnTo>
                  <a:pt x="331089" y="0"/>
                </a:lnTo>
                <a:close/>
              </a:path>
              <a:path w="487679" h="303530">
                <a:moveTo>
                  <a:pt x="487299" y="0"/>
                </a:moveTo>
                <a:lnTo>
                  <a:pt x="352679" y="0"/>
                </a:lnTo>
                <a:lnTo>
                  <a:pt x="352679" y="303149"/>
                </a:lnTo>
                <a:lnTo>
                  <a:pt x="401066" y="295529"/>
                </a:lnTo>
                <a:lnTo>
                  <a:pt x="443357" y="273939"/>
                </a:lnTo>
                <a:lnTo>
                  <a:pt x="476885" y="241173"/>
                </a:lnTo>
                <a:lnTo>
                  <a:pt x="487299" y="221742"/>
                </a:lnTo>
                <a:lnTo>
                  <a:pt x="487299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177016" y="367283"/>
            <a:ext cx="508634" cy="303530"/>
          </a:xfrm>
          <a:custGeom>
            <a:avLst/>
            <a:gdLst/>
            <a:ahLst/>
            <a:cxnLst/>
            <a:rect l="l" t="t" r="r" b="b"/>
            <a:pathLst>
              <a:path w="508634" h="303530">
                <a:moveTo>
                  <a:pt x="155067" y="151638"/>
                </a:moveTo>
                <a:lnTo>
                  <a:pt x="147066" y="103632"/>
                </a:lnTo>
                <a:lnTo>
                  <a:pt x="124714" y="61976"/>
                </a:lnTo>
                <a:lnTo>
                  <a:pt x="91059" y="29210"/>
                </a:lnTo>
                <a:lnTo>
                  <a:pt x="48514" y="7747"/>
                </a:lnTo>
                <a:lnTo>
                  <a:pt x="0" y="0"/>
                </a:lnTo>
                <a:lnTo>
                  <a:pt x="0" y="303149"/>
                </a:lnTo>
                <a:lnTo>
                  <a:pt x="155067" y="303149"/>
                </a:lnTo>
                <a:lnTo>
                  <a:pt x="155067" y="151638"/>
                </a:lnTo>
                <a:close/>
              </a:path>
              <a:path w="508634" h="303530">
                <a:moveTo>
                  <a:pt x="331851" y="0"/>
                </a:moveTo>
                <a:lnTo>
                  <a:pt x="282321" y="7747"/>
                </a:lnTo>
                <a:lnTo>
                  <a:pt x="239649" y="29210"/>
                </a:lnTo>
                <a:lnTo>
                  <a:pt x="206375" y="61976"/>
                </a:lnTo>
                <a:lnTo>
                  <a:pt x="184531" y="103632"/>
                </a:lnTo>
                <a:lnTo>
                  <a:pt x="176784" y="151638"/>
                </a:lnTo>
                <a:lnTo>
                  <a:pt x="176784" y="303149"/>
                </a:lnTo>
                <a:lnTo>
                  <a:pt x="331851" y="303149"/>
                </a:lnTo>
                <a:lnTo>
                  <a:pt x="331851" y="0"/>
                </a:lnTo>
                <a:close/>
              </a:path>
              <a:path w="508634" h="303530">
                <a:moveTo>
                  <a:pt x="508635" y="0"/>
                </a:moveTo>
                <a:lnTo>
                  <a:pt x="353568" y="0"/>
                </a:lnTo>
                <a:lnTo>
                  <a:pt x="353568" y="303149"/>
                </a:lnTo>
                <a:lnTo>
                  <a:pt x="402082" y="295529"/>
                </a:lnTo>
                <a:lnTo>
                  <a:pt x="444627" y="273939"/>
                </a:lnTo>
                <a:lnTo>
                  <a:pt x="478409" y="241173"/>
                </a:lnTo>
                <a:lnTo>
                  <a:pt x="500634" y="199644"/>
                </a:lnTo>
                <a:lnTo>
                  <a:pt x="508635" y="151638"/>
                </a:lnTo>
                <a:lnTo>
                  <a:pt x="508635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6354" y="265684"/>
            <a:ext cx="3892550" cy="47752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26714" y="1004697"/>
            <a:ext cx="5766435" cy="59080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48131" y="1999640"/>
            <a:ext cx="6757034" cy="222059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spc="-10" dirty="0">
                <a:latin typeface="Segoe UI"/>
                <a:cs typeface="Segoe UI"/>
              </a:rPr>
              <a:t>Generative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AI</a:t>
            </a:r>
            <a:r>
              <a:rPr sz="1600" spc="-8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creates</a:t>
            </a:r>
            <a:r>
              <a:rPr sz="1600" spc="-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new</a:t>
            </a:r>
            <a:r>
              <a:rPr sz="1600" spc="-7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content</a:t>
            </a:r>
            <a:r>
              <a:rPr sz="1600" spc="-8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like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text,</a:t>
            </a:r>
            <a:r>
              <a:rPr sz="1600" spc="-8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images,</a:t>
            </a:r>
            <a:r>
              <a:rPr sz="1600" spc="-7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8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music</a:t>
            </a:r>
            <a:r>
              <a:rPr sz="1600" spc="-8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from</a:t>
            </a:r>
            <a:r>
              <a:rPr sz="1600" spc="-7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data.</a:t>
            </a:r>
            <a:endParaRPr sz="16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Segoe UI"/>
                <a:cs typeface="Segoe UI"/>
              </a:rPr>
              <a:t>It</a:t>
            </a:r>
            <a:r>
              <a:rPr sz="1600" spc="-7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learns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patterns</a:t>
            </a:r>
            <a:r>
              <a:rPr sz="1600" spc="-7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from</a:t>
            </a:r>
            <a:r>
              <a:rPr sz="1600" spc="-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huge</a:t>
            </a:r>
            <a:r>
              <a:rPr sz="1600" spc="-7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datasets</a:t>
            </a:r>
            <a:r>
              <a:rPr sz="1600" spc="-7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to</a:t>
            </a:r>
            <a:r>
              <a:rPr sz="1600" spc="-7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produce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human-</a:t>
            </a:r>
            <a:r>
              <a:rPr sz="1600" dirty="0">
                <a:latin typeface="Segoe UI"/>
                <a:cs typeface="Segoe UI"/>
              </a:rPr>
              <a:t>like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output.</a:t>
            </a:r>
            <a:endParaRPr sz="16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Segoe UI"/>
                <a:cs typeface="Segoe UI"/>
              </a:rPr>
              <a:t>It’s</a:t>
            </a:r>
            <a:r>
              <a:rPr sz="1600" spc="-7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revolutionizing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fields</a:t>
            </a:r>
            <a:r>
              <a:rPr sz="1600" spc="-7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from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education</a:t>
            </a:r>
            <a:r>
              <a:rPr sz="1600" spc="-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to</a:t>
            </a:r>
            <a:r>
              <a:rPr sz="1600" spc="-7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entertainment</a:t>
            </a:r>
            <a:r>
              <a:rPr sz="1600" spc="-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to</a:t>
            </a:r>
            <a:r>
              <a:rPr sz="1600" spc="-7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software</a:t>
            </a:r>
            <a:endParaRPr sz="1600">
              <a:latin typeface="Segoe UI"/>
              <a:cs typeface="Segoe UI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Segoe UI"/>
                <a:cs typeface="Segoe UI"/>
              </a:rPr>
              <a:t>development.</a:t>
            </a:r>
            <a:endParaRPr sz="16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spc="-10" dirty="0">
                <a:latin typeface="Segoe UI"/>
                <a:cs typeface="Segoe UI"/>
              </a:rPr>
              <a:t>Generative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AI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is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not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just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spc="-30" dirty="0">
                <a:latin typeface="Segoe UI"/>
                <a:cs typeface="Segoe UI"/>
              </a:rPr>
              <a:t>smart—</a:t>
            </a:r>
            <a:r>
              <a:rPr sz="1600" dirty="0">
                <a:latin typeface="Segoe UI"/>
                <a:cs typeface="Segoe UI"/>
              </a:rPr>
              <a:t>it’s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creative.</a:t>
            </a:r>
            <a:endParaRPr sz="16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Segoe UI"/>
                <a:cs typeface="Segoe UI"/>
              </a:rPr>
              <a:t>With</a:t>
            </a:r>
            <a:r>
              <a:rPr sz="1600" spc="-7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7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right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prompt,</a:t>
            </a:r>
            <a:r>
              <a:rPr sz="1600" spc="-7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Generative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AI</a:t>
            </a:r>
            <a:r>
              <a:rPr sz="1600" spc="-7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can</a:t>
            </a:r>
            <a:r>
              <a:rPr sz="1600" spc="-8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write,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draw,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or</a:t>
            </a:r>
            <a:r>
              <a:rPr sz="1600" spc="-8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even</a:t>
            </a:r>
            <a:r>
              <a:rPr sz="1600" spc="-8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code.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247888" y="3441204"/>
            <a:ext cx="3944620" cy="3199130"/>
            <a:chOff x="8247888" y="3441204"/>
            <a:chExt cx="3944620" cy="3199130"/>
          </a:xfrm>
        </p:grpSpPr>
        <p:pic>
          <p:nvPicPr>
            <p:cNvPr id="17" name="object 17" descr="Prompt Engineering and Beyond: It's the Human Touch that Powers Generative  AI Success -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47888" y="3441204"/>
              <a:ext cx="3944111" cy="3198876"/>
            </a:xfrm>
            <a:prstGeom prst="rect">
              <a:avLst/>
            </a:prstGeom>
          </p:spPr>
        </p:pic>
        <p:pic>
          <p:nvPicPr>
            <p:cNvPr id="18" name="object 18" descr="Prompt Engineering and Beyond: It's the Human Touch that Powers Generative  AI Success -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42960" y="3636263"/>
              <a:ext cx="3505200" cy="26289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916939" y="5321046"/>
            <a:ext cx="8543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Prompt</a:t>
            </a:r>
            <a:r>
              <a:rPr sz="1800" b="1" spc="-20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Engineering</a:t>
            </a:r>
            <a:r>
              <a:rPr sz="1800" b="1" spc="-20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and</a:t>
            </a:r>
            <a:r>
              <a:rPr sz="1800" b="1" spc="-50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Beyond:</a:t>
            </a:r>
            <a:r>
              <a:rPr sz="1800" b="1" spc="-35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It’s</a:t>
            </a:r>
            <a:r>
              <a:rPr sz="1800" b="1" spc="-15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the</a:t>
            </a:r>
            <a:r>
              <a:rPr sz="1800" b="1" spc="-10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Human</a:t>
            </a:r>
            <a:r>
              <a:rPr sz="1800" b="1" spc="-20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Touch</a:t>
            </a:r>
            <a:r>
              <a:rPr sz="1800" b="1" spc="-25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that</a:t>
            </a:r>
            <a:r>
              <a:rPr sz="1800" b="1" spc="-5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Powers</a:t>
            </a:r>
            <a:r>
              <a:rPr sz="1800" b="1" spc="-45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Generative</a:t>
            </a:r>
            <a:r>
              <a:rPr sz="1800" b="1" spc="-50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AI</a:t>
            </a:r>
            <a:r>
              <a:rPr sz="1800" b="1" spc="-5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D3A6A"/>
                </a:solidFill>
                <a:latin typeface="Calibri"/>
                <a:cs typeface="Calibri"/>
              </a:rPr>
              <a:t>Success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483" y="6342888"/>
            <a:ext cx="10523220" cy="267970"/>
            <a:chOff x="824483" y="6342888"/>
            <a:chExt cx="10523220" cy="267970"/>
          </a:xfrm>
        </p:grpSpPr>
        <p:sp>
          <p:nvSpPr>
            <p:cNvPr id="3" name="object 3"/>
            <p:cNvSpPr/>
            <p:nvPr/>
          </p:nvSpPr>
          <p:spPr>
            <a:xfrm>
              <a:off x="827531" y="6345936"/>
              <a:ext cx="10517505" cy="7620"/>
            </a:xfrm>
            <a:custGeom>
              <a:avLst/>
              <a:gdLst/>
              <a:ahLst/>
              <a:cxnLst/>
              <a:rect l="l" t="t" r="r" b="b"/>
              <a:pathLst>
                <a:path w="10517505" h="7620">
                  <a:moveTo>
                    <a:pt x="0" y="0"/>
                  </a:moveTo>
                  <a:lnTo>
                    <a:pt x="10516997" y="7124"/>
                  </a:lnTo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531" y="6347460"/>
              <a:ext cx="519430" cy="263525"/>
            </a:xfrm>
            <a:custGeom>
              <a:avLst/>
              <a:gdLst/>
              <a:ahLst/>
              <a:cxnLst/>
              <a:rect l="l" t="t" r="r" b="b"/>
              <a:pathLst>
                <a:path w="519430" h="263525">
                  <a:moveTo>
                    <a:pt x="519417" y="0"/>
                  </a:moveTo>
                  <a:lnTo>
                    <a:pt x="0" y="0"/>
                  </a:lnTo>
                  <a:lnTo>
                    <a:pt x="0" y="263029"/>
                  </a:lnTo>
                  <a:lnTo>
                    <a:pt x="519417" y="263029"/>
                  </a:lnTo>
                  <a:lnTo>
                    <a:pt x="51941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27532" y="1013460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19">
                <a:moveTo>
                  <a:pt x="0" y="0"/>
                </a:moveTo>
                <a:lnTo>
                  <a:pt x="10516997" y="7112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 descr="https://substackcdn.com/image/fetch/w_1456,c_limit,f_auto,q_auto:good,fl_progressive:steep/https%3A%2F%2Fsubstack-post-media.s3.amazonaws.com%2Fpublic%2Fimages%2F6a64c9fb-afaf-46d7-aabc-ca34adb17649_1600x1200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-1"/>
            <a:ext cx="9144000" cy="685800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9218676" y="0"/>
            <a:ext cx="2744470" cy="3215005"/>
            <a:chOff x="9218676" y="0"/>
            <a:chExt cx="2744470" cy="3215005"/>
          </a:xfrm>
        </p:grpSpPr>
        <p:pic>
          <p:nvPicPr>
            <p:cNvPr id="8" name="object 8" descr="How Home Services Businesses Can Use Chatbots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9928" y="0"/>
              <a:ext cx="1947799" cy="1961261"/>
            </a:xfrm>
            <a:prstGeom prst="rect">
              <a:avLst/>
            </a:prstGeom>
          </p:spPr>
        </p:pic>
        <p:pic>
          <p:nvPicPr>
            <p:cNvPr id="9" name="object 9" descr="How Home Services Businesses Can Use Chatbots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25000" y="152400"/>
              <a:ext cx="1377696" cy="1434084"/>
            </a:xfrm>
            <a:prstGeom prst="rect">
              <a:avLst/>
            </a:prstGeom>
          </p:spPr>
        </p:pic>
        <p:pic>
          <p:nvPicPr>
            <p:cNvPr id="10" name="object 10" descr="How To Build Content-Based Recommendation System Made Easy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18676" y="1751076"/>
              <a:ext cx="2743962" cy="1463802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9267443" y="3483539"/>
            <a:ext cx="2920365" cy="3375025"/>
            <a:chOff x="9267443" y="3483539"/>
            <a:chExt cx="2920365" cy="3375025"/>
          </a:xfrm>
        </p:grpSpPr>
        <p:pic>
          <p:nvPicPr>
            <p:cNvPr id="12" name="object 12" descr="Can I unlock it with my photo? Face ID vs Windows Hello vs Samsung Facial  Recognition - YouTube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66241" y="3483539"/>
              <a:ext cx="2251471" cy="1631328"/>
            </a:xfrm>
            <a:prstGeom prst="rect">
              <a:avLst/>
            </a:prstGeom>
          </p:spPr>
        </p:pic>
        <p:pic>
          <p:nvPicPr>
            <p:cNvPr id="13" name="object 13" descr="Can I unlock it with my photo? Face ID vs Windows Hello vs Samsung Facial  Recognition - YouTube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24999" y="3642359"/>
              <a:ext cx="1754124" cy="1133856"/>
            </a:xfrm>
            <a:prstGeom prst="rect">
              <a:avLst/>
            </a:prstGeom>
          </p:spPr>
        </p:pic>
        <p:pic>
          <p:nvPicPr>
            <p:cNvPr id="14" name="object 14" descr="How to Create Images with ChatGPT (With Prompts!)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67443" y="4846319"/>
              <a:ext cx="2919856" cy="2011680"/>
            </a:xfrm>
            <a:prstGeom prst="rect">
              <a:avLst/>
            </a:prstGeom>
          </p:spPr>
        </p:pic>
        <p:pic>
          <p:nvPicPr>
            <p:cNvPr id="15" name="object 15" descr="How to Create Images with ChatGPT (With Prompts!)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62515" y="5041391"/>
              <a:ext cx="2350007" cy="1664208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591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333333"/>
                </a:solidFill>
              </a:rPr>
              <a:t>What</a:t>
            </a:r>
            <a:r>
              <a:rPr sz="2400" spc="-120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is</a:t>
            </a:r>
            <a:r>
              <a:rPr sz="2400" spc="-114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AI,</a:t>
            </a:r>
            <a:r>
              <a:rPr sz="2400" spc="-114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ML,</a:t>
            </a:r>
            <a:r>
              <a:rPr sz="2400" spc="-114" dirty="0">
                <a:solidFill>
                  <a:srgbClr val="333333"/>
                </a:solidFill>
              </a:rPr>
              <a:t> </a:t>
            </a:r>
            <a:r>
              <a:rPr sz="2400" spc="-10" dirty="0">
                <a:solidFill>
                  <a:srgbClr val="333333"/>
                </a:solidFill>
              </a:rPr>
              <a:t>Deep</a:t>
            </a:r>
            <a:r>
              <a:rPr sz="2400" spc="-105" dirty="0">
                <a:solidFill>
                  <a:srgbClr val="333333"/>
                </a:solidFill>
              </a:rPr>
              <a:t> </a:t>
            </a:r>
            <a:r>
              <a:rPr sz="2400" spc="-20" dirty="0">
                <a:solidFill>
                  <a:srgbClr val="333333"/>
                </a:solidFill>
              </a:rPr>
              <a:t>Learning</a:t>
            </a:r>
            <a:r>
              <a:rPr sz="2400" spc="-135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&amp;</a:t>
            </a:r>
            <a:r>
              <a:rPr sz="2400" spc="-110" dirty="0">
                <a:solidFill>
                  <a:srgbClr val="333333"/>
                </a:solidFill>
              </a:rPr>
              <a:t> </a:t>
            </a:r>
            <a:r>
              <a:rPr sz="2400" spc="-10" dirty="0">
                <a:solidFill>
                  <a:srgbClr val="333333"/>
                </a:solidFill>
              </a:rPr>
              <a:t>GenAI</a:t>
            </a:r>
            <a:r>
              <a:rPr sz="2400" spc="-114" dirty="0">
                <a:solidFill>
                  <a:srgbClr val="333333"/>
                </a:solidFill>
              </a:rPr>
              <a:t> </a:t>
            </a:r>
            <a:r>
              <a:rPr sz="2400" spc="-10" dirty="0">
                <a:solidFill>
                  <a:srgbClr val="333333"/>
                </a:solidFill>
              </a:rPr>
              <a:t>(with</a:t>
            </a:r>
            <a:r>
              <a:rPr sz="2400" spc="-110" dirty="0">
                <a:solidFill>
                  <a:srgbClr val="333333"/>
                </a:solidFill>
              </a:rPr>
              <a:t> </a:t>
            </a:r>
            <a:r>
              <a:rPr sz="2400" spc="-10" dirty="0">
                <a:solidFill>
                  <a:srgbClr val="C0504D"/>
                </a:solidFill>
              </a:rPr>
              <a:t>Examples</a:t>
            </a:r>
            <a:r>
              <a:rPr sz="2400" spc="-10" dirty="0">
                <a:solidFill>
                  <a:srgbClr val="333333"/>
                </a:solidFill>
              </a:rPr>
              <a:t>)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0450" y="1974850"/>
          <a:ext cx="10751184" cy="3511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9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650" b="1" spc="-20" dirty="0">
                          <a:latin typeface="Calibri"/>
                          <a:cs typeface="Calibri"/>
                        </a:rPr>
                        <a:t>Term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650" b="1" spc="-10" dirty="0">
                          <a:latin typeface="Calibri"/>
                          <a:cs typeface="Calibri"/>
                        </a:rPr>
                        <a:t>Definition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650" b="1" spc="-10" dirty="0">
                          <a:latin typeface="Calibri"/>
                          <a:cs typeface="Calibri"/>
                        </a:rPr>
                        <a:t>Example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5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16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(Artificial</a:t>
                      </a:r>
                      <a:r>
                        <a:rPr sz="16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Intelligence)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242570">
                        <a:lnSpc>
                          <a:spcPct val="100299"/>
                        </a:lnSpc>
                        <a:spcBef>
                          <a:spcPts val="90"/>
                        </a:spcBef>
                      </a:pPr>
                      <a:r>
                        <a:rPr sz="16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science</a:t>
                      </a:r>
                      <a:r>
                        <a:rPr sz="16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making</a:t>
                      </a:r>
                      <a:r>
                        <a:rPr sz="16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machines</a:t>
                      </a:r>
                      <a:r>
                        <a:rPr sz="16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mimic</a:t>
                      </a:r>
                      <a:r>
                        <a:rPr sz="16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human intelligence—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like</a:t>
                      </a:r>
                      <a:r>
                        <a:rPr sz="16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reasoning,</a:t>
                      </a:r>
                      <a:r>
                        <a:rPr sz="16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learning,</a:t>
                      </a:r>
                      <a:r>
                        <a:rPr sz="16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25" dirty="0">
                          <a:latin typeface="Calibri"/>
                          <a:cs typeface="Calibri"/>
                        </a:rPr>
                        <a:t>or 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problem-solving.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6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chatbot</a:t>
                      </a:r>
                      <a:r>
                        <a:rPr sz="16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6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answers</a:t>
                      </a:r>
                      <a:r>
                        <a:rPr sz="16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customer</a:t>
                      </a:r>
                      <a:endParaRPr sz="1650">
                        <a:latin typeface="Calibri"/>
                        <a:cs typeface="Calibri"/>
                      </a:endParaRPr>
                    </a:p>
                    <a:p>
                      <a:pPr marL="495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650" spc="-10" dirty="0">
                          <a:latin typeface="Calibri"/>
                          <a:cs typeface="Calibri"/>
                        </a:rPr>
                        <a:t>questions.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</a:pPr>
                      <a:r>
                        <a:rPr sz="165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6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Learning</a:t>
                      </a:r>
                      <a:r>
                        <a:rPr sz="165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20" dirty="0">
                          <a:latin typeface="Calibri"/>
                          <a:cs typeface="Calibri"/>
                        </a:rPr>
                        <a:t>(ML)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200660">
                        <a:lnSpc>
                          <a:spcPct val="100299"/>
                        </a:lnSpc>
                        <a:spcBef>
                          <a:spcPts val="90"/>
                        </a:spcBef>
                      </a:pPr>
                      <a:r>
                        <a:rPr sz="16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subset</a:t>
                      </a:r>
                      <a:r>
                        <a:rPr sz="16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16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where</a:t>
                      </a:r>
                      <a:r>
                        <a:rPr sz="16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machines</a:t>
                      </a:r>
                      <a:r>
                        <a:rPr sz="16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learn</a:t>
                      </a:r>
                      <a:r>
                        <a:rPr sz="16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650" spc="-20" dirty="0">
                          <a:latin typeface="Calibri"/>
                          <a:cs typeface="Calibri"/>
                        </a:rPr>
                        <a:t> data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improve</a:t>
                      </a:r>
                      <a:r>
                        <a:rPr sz="16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6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16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without</a:t>
                      </a:r>
                      <a:r>
                        <a:rPr sz="16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being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explicitly</a:t>
                      </a:r>
                      <a:r>
                        <a:rPr sz="165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programmed.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 marR="138430">
                        <a:lnSpc>
                          <a:spcPct val="100600"/>
                        </a:lnSpc>
                        <a:spcBef>
                          <a:spcPts val="1070"/>
                        </a:spcBef>
                      </a:pPr>
                      <a:r>
                        <a:rPr sz="16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platform</a:t>
                      </a:r>
                      <a:r>
                        <a:rPr sz="16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recommending</a:t>
                      </a:r>
                      <a:r>
                        <a:rPr sz="16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shows</a:t>
                      </a:r>
                      <a:r>
                        <a:rPr sz="16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based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6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what</a:t>
                      </a:r>
                      <a:r>
                        <a:rPr sz="16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you</a:t>
                      </a:r>
                      <a:r>
                        <a:rPr sz="16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watch.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</a:pPr>
                      <a:r>
                        <a:rPr sz="1650" dirty="0">
                          <a:latin typeface="Calibri"/>
                          <a:cs typeface="Calibri"/>
                        </a:rPr>
                        <a:t>Deep</a:t>
                      </a:r>
                      <a:r>
                        <a:rPr sz="16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Learning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240665">
                        <a:lnSpc>
                          <a:spcPct val="1004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subset</a:t>
                      </a:r>
                      <a:r>
                        <a:rPr sz="16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ML</a:t>
                      </a:r>
                      <a:r>
                        <a:rPr sz="16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6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uses</a:t>
                      </a:r>
                      <a:r>
                        <a:rPr sz="16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neural</a:t>
                      </a:r>
                      <a:r>
                        <a:rPr sz="16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networks</a:t>
                      </a:r>
                      <a:r>
                        <a:rPr sz="16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many</a:t>
                      </a:r>
                      <a:r>
                        <a:rPr sz="16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layers</a:t>
                      </a:r>
                      <a:r>
                        <a:rPr sz="16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analyze</a:t>
                      </a:r>
                      <a:r>
                        <a:rPr sz="16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complex</a:t>
                      </a:r>
                      <a:r>
                        <a:rPr sz="16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6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20" dirty="0">
                          <a:latin typeface="Calibri"/>
                          <a:cs typeface="Calibri"/>
                        </a:rPr>
                        <a:t>like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images,</a:t>
                      </a:r>
                      <a:r>
                        <a:rPr sz="16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speech,</a:t>
                      </a:r>
                      <a:r>
                        <a:rPr sz="16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text.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49530">
                        <a:lnSpc>
                          <a:spcPct val="100000"/>
                        </a:lnSpc>
                      </a:pPr>
                      <a:r>
                        <a:rPr sz="1650" dirty="0">
                          <a:latin typeface="Calibri"/>
                          <a:cs typeface="Calibri"/>
                        </a:rPr>
                        <a:t>Facial</a:t>
                      </a:r>
                      <a:r>
                        <a:rPr sz="16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recognition</a:t>
                      </a:r>
                      <a:r>
                        <a:rPr sz="16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6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165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phone.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2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</a:pPr>
                      <a:r>
                        <a:rPr sz="1650" dirty="0">
                          <a:latin typeface="Calibri"/>
                          <a:cs typeface="Calibri"/>
                        </a:rPr>
                        <a:t>Generative</a:t>
                      </a:r>
                      <a:r>
                        <a:rPr sz="16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16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(GenAI)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256540">
                        <a:lnSpc>
                          <a:spcPct val="100299"/>
                        </a:lnSpc>
                        <a:spcBef>
                          <a:spcPts val="90"/>
                        </a:spcBef>
                      </a:pPr>
                      <a:r>
                        <a:rPr sz="16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type of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create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6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content—</a:t>
                      </a:r>
                      <a:r>
                        <a:rPr sz="1650" spc="-20" dirty="0">
                          <a:latin typeface="Calibri"/>
                          <a:cs typeface="Calibri"/>
                        </a:rPr>
                        <a:t>like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text,</a:t>
                      </a:r>
                      <a:r>
                        <a:rPr sz="16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images,</a:t>
                      </a:r>
                      <a:r>
                        <a:rPr sz="16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6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code—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6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6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patterns</a:t>
                      </a:r>
                      <a:r>
                        <a:rPr sz="16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25" dirty="0">
                          <a:latin typeface="Calibri"/>
                          <a:cs typeface="Calibri"/>
                        </a:rPr>
                        <a:t>it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learned</a:t>
                      </a:r>
                      <a:r>
                        <a:rPr sz="16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training</a:t>
                      </a:r>
                      <a:r>
                        <a:rPr sz="16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20" dirty="0">
                          <a:latin typeface="Calibri"/>
                          <a:cs typeface="Calibri"/>
                        </a:rPr>
                        <a:t>data.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650" dirty="0">
                          <a:latin typeface="Calibri"/>
                          <a:cs typeface="Calibri"/>
                        </a:rPr>
                        <a:t>ChatGPT</a:t>
                      </a:r>
                      <a:r>
                        <a:rPr sz="165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writing</a:t>
                      </a:r>
                      <a:r>
                        <a:rPr sz="16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6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email</a:t>
                      </a:r>
                      <a:r>
                        <a:rPr sz="16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or 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DALL·E</a:t>
                      </a:r>
                      <a:endParaRPr sz="1650">
                        <a:latin typeface="Calibri"/>
                        <a:cs typeface="Calibri"/>
                      </a:endParaRPr>
                    </a:p>
                    <a:p>
                      <a:pPr marL="4953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libri"/>
                          <a:cs typeface="Calibri"/>
                        </a:rPr>
                        <a:t>generating</a:t>
                      </a:r>
                      <a:r>
                        <a:rPr sz="16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art</a:t>
                      </a:r>
                      <a:r>
                        <a:rPr sz="16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6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10" dirty="0">
                          <a:latin typeface="Calibri"/>
                          <a:cs typeface="Calibri"/>
                        </a:rPr>
                        <a:t>prompt.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483" y="6342888"/>
            <a:ext cx="10523220" cy="267970"/>
            <a:chOff x="824483" y="6342888"/>
            <a:chExt cx="10523220" cy="267970"/>
          </a:xfrm>
        </p:grpSpPr>
        <p:sp>
          <p:nvSpPr>
            <p:cNvPr id="3" name="object 3"/>
            <p:cNvSpPr/>
            <p:nvPr/>
          </p:nvSpPr>
          <p:spPr>
            <a:xfrm>
              <a:off x="827531" y="6345936"/>
              <a:ext cx="10517505" cy="7620"/>
            </a:xfrm>
            <a:custGeom>
              <a:avLst/>
              <a:gdLst/>
              <a:ahLst/>
              <a:cxnLst/>
              <a:rect l="l" t="t" r="r" b="b"/>
              <a:pathLst>
                <a:path w="10517505" h="7620">
                  <a:moveTo>
                    <a:pt x="0" y="0"/>
                  </a:moveTo>
                  <a:lnTo>
                    <a:pt x="10516997" y="7124"/>
                  </a:lnTo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531" y="6347460"/>
              <a:ext cx="519430" cy="263525"/>
            </a:xfrm>
            <a:custGeom>
              <a:avLst/>
              <a:gdLst/>
              <a:ahLst/>
              <a:cxnLst/>
              <a:rect l="l" t="t" r="r" b="b"/>
              <a:pathLst>
                <a:path w="519430" h="263525">
                  <a:moveTo>
                    <a:pt x="519417" y="0"/>
                  </a:moveTo>
                  <a:lnTo>
                    <a:pt x="0" y="0"/>
                  </a:lnTo>
                  <a:lnTo>
                    <a:pt x="0" y="263029"/>
                  </a:lnTo>
                  <a:lnTo>
                    <a:pt x="519417" y="263029"/>
                  </a:lnTo>
                  <a:lnTo>
                    <a:pt x="51941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27532" y="1013460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19">
                <a:moveTo>
                  <a:pt x="0" y="0"/>
                </a:moveTo>
                <a:lnTo>
                  <a:pt x="10516997" y="7112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6372" y="6435852"/>
            <a:ext cx="8673084" cy="42214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1704320" y="705611"/>
            <a:ext cx="487680" cy="306070"/>
          </a:xfrm>
          <a:custGeom>
            <a:avLst/>
            <a:gdLst/>
            <a:ahLst/>
            <a:cxnLst/>
            <a:rect l="l" t="t" r="r" b="b"/>
            <a:pathLst>
              <a:path w="487679" h="306069">
                <a:moveTo>
                  <a:pt x="154559" y="0"/>
                </a:moveTo>
                <a:lnTo>
                  <a:pt x="0" y="0"/>
                </a:lnTo>
                <a:lnTo>
                  <a:pt x="0" y="151511"/>
                </a:lnTo>
                <a:lnTo>
                  <a:pt x="8001" y="200787"/>
                </a:lnTo>
                <a:lnTo>
                  <a:pt x="30226" y="243205"/>
                </a:lnTo>
                <a:lnTo>
                  <a:pt x="63881" y="276352"/>
                </a:lnTo>
                <a:lnTo>
                  <a:pt x="106172" y="298069"/>
                </a:lnTo>
                <a:lnTo>
                  <a:pt x="154559" y="305816"/>
                </a:lnTo>
                <a:lnTo>
                  <a:pt x="154559" y="0"/>
                </a:lnTo>
                <a:close/>
              </a:path>
              <a:path w="487679" h="306069">
                <a:moveTo>
                  <a:pt x="330708" y="0"/>
                </a:moveTo>
                <a:lnTo>
                  <a:pt x="176276" y="0"/>
                </a:lnTo>
                <a:lnTo>
                  <a:pt x="176276" y="305816"/>
                </a:lnTo>
                <a:lnTo>
                  <a:pt x="224536" y="298069"/>
                </a:lnTo>
                <a:lnTo>
                  <a:pt x="266954" y="276352"/>
                </a:lnTo>
                <a:lnTo>
                  <a:pt x="300609" y="243205"/>
                </a:lnTo>
                <a:lnTo>
                  <a:pt x="322707" y="200787"/>
                </a:lnTo>
                <a:lnTo>
                  <a:pt x="330708" y="151511"/>
                </a:lnTo>
                <a:lnTo>
                  <a:pt x="330708" y="0"/>
                </a:lnTo>
                <a:close/>
              </a:path>
              <a:path w="487679" h="306069">
                <a:moveTo>
                  <a:pt x="487172" y="0"/>
                </a:moveTo>
                <a:lnTo>
                  <a:pt x="352425" y="0"/>
                </a:lnTo>
                <a:lnTo>
                  <a:pt x="352425" y="305816"/>
                </a:lnTo>
                <a:lnTo>
                  <a:pt x="400812" y="298069"/>
                </a:lnTo>
                <a:lnTo>
                  <a:pt x="443103" y="276352"/>
                </a:lnTo>
                <a:lnTo>
                  <a:pt x="476758" y="243205"/>
                </a:lnTo>
                <a:lnTo>
                  <a:pt x="487172" y="223393"/>
                </a:lnTo>
                <a:lnTo>
                  <a:pt x="487172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818876" y="376427"/>
            <a:ext cx="863600" cy="635635"/>
          </a:xfrm>
          <a:custGeom>
            <a:avLst/>
            <a:gdLst/>
            <a:ahLst/>
            <a:cxnLst/>
            <a:rect l="l" t="t" r="r" b="b"/>
            <a:pathLst>
              <a:path w="863600" h="635635">
                <a:moveTo>
                  <a:pt x="155194" y="329819"/>
                </a:moveTo>
                <a:lnTo>
                  <a:pt x="106680" y="337693"/>
                </a:lnTo>
                <a:lnTo>
                  <a:pt x="64135" y="359918"/>
                </a:lnTo>
                <a:lnTo>
                  <a:pt x="30353" y="393446"/>
                </a:lnTo>
                <a:lnTo>
                  <a:pt x="8001" y="435610"/>
                </a:lnTo>
                <a:lnTo>
                  <a:pt x="0" y="483870"/>
                </a:lnTo>
                <a:lnTo>
                  <a:pt x="0" y="635254"/>
                </a:lnTo>
                <a:lnTo>
                  <a:pt x="155194" y="635254"/>
                </a:lnTo>
                <a:lnTo>
                  <a:pt x="155194" y="329819"/>
                </a:lnTo>
                <a:close/>
              </a:path>
              <a:path w="863600" h="635635">
                <a:moveTo>
                  <a:pt x="155194" y="154051"/>
                </a:moveTo>
                <a:lnTo>
                  <a:pt x="147447" y="105918"/>
                </a:lnTo>
                <a:lnTo>
                  <a:pt x="125730" y="63627"/>
                </a:lnTo>
                <a:lnTo>
                  <a:pt x="92329" y="30099"/>
                </a:lnTo>
                <a:lnTo>
                  <a:pt x="49657" y="8001"/>
                </a:lnTo>
                <a:lnTo>
                  <a:pt x="0" y="0"/>
                </a:lnTo>
                <a:lnTo>
                  <a:pt x="0" y="305435"/>
                </a:lnTo>
                <a:lnTo>
                  <a:pt x="155194" y="305435"/>
                </a:lnTo>
                <a:lnTo>
                  <a:pt x="155194" y="154051"/>
                </a:lnTo>
                <a:close/>
              </a:path>
              <a:path w="863600" h="635635">
                <a:moveTo>
                  <a:pt x="336550" y="329819"/>
                </a:moveTo>
                <a:lnTo>
                  <a:pt x="182880" y="329819"/>
                </a:lnTo>
                <a:lnTo>
                  <a:pt x="182880" y="635254"/>
                </a:lnTo>
                <a:lnTo>
                  <a:pt x="231013" y="627507"/>
                </a:lnTo>
                <a:lnTo>
                  <a:pt x="273177" y="605917"/>
                </a:lnTo>
                <a:lnTo>
                  <a:pt x="306578" y="572770"/>
                </a:lnTo>
                <a:lnTo>
                  <a:pt x="328676" y="530352"/>
                </a:lnTo>
                <a:lnTo>
                  <a:pt x="336550" y="481203"/>
                </a:lnTo>
                <a:lnTo>
                  <a:pt x="336550" y="329819"/>
                </a:lnTo>
                <a:close/>
              </a:path>
              <a:path w="863600" h="635635">
                <a:moveTo>
                  <a:pt x="336550" y="0"/>
                </a:moveTo>
                <a:lnTo>
                  <a:pt x="182880" y="0"/>
                </a:lnTo>
                <a:lnTo>
                  <a:pt x="182880" y="151384"/>
                </a:lnTo>
                <a:lnTo>
                  <a:pt x="190627" y="200660"/>
                </a:lnTo>
                <a:lnTo>
                  <a:pt x="212090" y="242951"/>
                </a:lnTo>
                <a:lnTo>
                  <a:pt x="245237" y="276098"/>
                </a:lnTo>
                <a:lnTo>
                  <a:pt x="287528" y="297688"/>
                </a:lnTo>
                <a:lnTo>
                  <a:pt x="336550" y="305435"/>
                </a:lnTo>
                <a:lnTo>
                  <a:pt x="336550" y="0"/>
                </a:lnTo>
                <a:close/>
              </a:path>
              <a:path w="863600" h="635635">
                <a:moveTo>
                  <a:pt x="513080" y="329184"/>
                </a:moveTo>
                <a:lnTo>
                  <a:pt x="464566" y="337185"/>
                </a:lnTo>
                <a:lnTo>
                  <a:pt x="422148" y="359283"/>
                </a:lnTo>
                <a:lnTo>
                  <a:pt x="388366" y="392938"/>
                </a:lnTo>
                <a:lnTo>
                  <a:pt x="366141" y="435102"/>
                </a:lnTo>
                <a:lnTo>
                  <a:pt x="358140" y="483362"/>
                </a:lnTo>
                <a:lnTo>
                  <a:pt x="358140" y="635000"/>
                </a:lnTo>
                <a:lnTo>
                  <a:pt x="513080" y="635000"/>
                </a:lnTo>
                <a:lnTo>
                  <a:pt x="513080" y="329184"/>
                </a:lnTo>
                <a:close/>
              </a:path>
              <a:path w="863600" h="635635">
                <a:moveTo>
                  <a:pt x="689610" y="483362"/>
                </a:moveTo>
                <a:lnTo>
                  <a:pt x="681609" y="435102"/>
                </a:lnTo>
                <a:lnTo>
                  <a:pt x="659384" y="392938"/>
                </a:lnTo>
                <a:lnTo>
                  <a:pt x="625729" y="359283"/>
                </a:lnTo>
                <a:lnTo>
                  <a:pt x="583184" y="337185"/>
                </a:lnTo>
                <a:lnTo>
                  <a:pt x="534797" y="329184"/>
                </a:lnTo>
                <a:lnTo>
                  <a:pt x="534797" y="635000"/>
                </a:lnTo>
                <a:lnTo>
                  <a:pt x="689610" y="635000"/>
                </a:lnTo>
                <a:lnTo>
                  <a:pt x="689610" y="483362"/>
                </a:lnTo>
                <a:close/>
              </a:path>
              <a:path w="863600" h="635635">
                <a:moveTo>
                  <a:pt x="863600" y="483362"/>
                </a:moveTo>
                <a:lnTo>
                  <a:pt x="855472" y="435102"/>
                </a:lnTo>
                <a:lnTo>
                  <a:pt x="833247" y="392938"/>
                </a:lnTo>
                <a:lnTo>
                  <a:pt x="799592" y="359283"/>
                </a:lnTo>
                <a:lnTo>
                  <a:pt x="757174" y="337185"/>
                </a:lnTo>
                <a:lnTo>
                  <a:pt x="708660" y="329184"/>
                </a:lnTo>
                <a:lnTo>
                  <a:pt x="708660" y="635000"/>
                </a:lnTo>
                <a:lnTo>
                  <a:pt x="863600" y="635000"/>
                </a:lnTo>
                <a:lnTo>
                  <a:pt x="863600" y="483362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87000" y="376427"/>
            <a:ext cx="508634" cy="635635"/>
          </a:xfrm>
          <a:custGeom>
            <a:avLst/>
            <a:gdLst/>
            <a:ahLst/>
            <a:cxnLst/>
            <a:rect l="l" t="t" r="r" b="b"/>
            <a:pathLst>
              <a:path w="508634" h="635635">
                <a:moveTo>
                  <a:pt x="155067" y="329819"/>
                </a:moveTo>
                <a:lnTo>
                  <a:pt x="0" y="329819"/>
                </a:lnTo>
                <a:lnTo>
                  <a:pt x="0" y="481203"/>
                </a:lnTo>
                <a:lnTo>
                  <a:pt x="8001" y="530352"/>
                </a:lnTo>
                <a:lnTo>
                  <a:pt x="30226" y="572770"/>
                </a:lnTo>
                <a:lnTo>
                  <a:pt x="64008" y="605917"/>
                </a:lnTo>
                <a:lnTo>
                  <a:pt x="106553" y="627507"/>
                </a:lnTo>
                <a:lnTo>
                  <a:pt x="155067" y="635254"/>
                </a:lnTo>
                <a:lnTo>
                  <a:pt x="155067" y="329819"/>
                </a:lnTo>
                <a:close/>
              </a:path>
              <a:path w="508634" h="635635">
                <a:moveTo>
                  <a:pt x="155321" y="154178"/>
                </a:moveTo>
                <a:lnTo>
                  <a:pt x="147447" y="106045"/>
                </a:lnTo>
                <a:lnTo>
                  <a:pt x="125730" y="63754"/>
                </a:lnTo>
                <a:lnTo>
                  <a:pt x="92329" y="30099"/>
                </a:lnTo>
                <a:lnTo>
                  <a:pt x="49657" y="8001"/>
                </a:lnTo>
                <a:lnTo>
                  <a:pt x="0" y="0"/>
                </a:lnTo>
                <a:lnTo>
                  <a:pt x="0" y="305816"/>
                </a:lnTo>
                <a:lnTo>
                  <a:pt x="155321" y="305816"/>
                </a:lnTo>
                <a:lnTo>
                  <a:pt x="155321" y="154178"/>
                </a:lnTo>
                <a:close/>
              </a:path>
              <a:path w="508634" h="635635">
                <a:moveTo>
                  <a:pt x="331851" y="329819"/>
                </a:moveTo>
                <a:lnTo>
                  <a:pt x="176784" y="329819"/>
                </a:lnTo>
                <a:lnTo>
                  <a:pt x="176784" y="635254"/>
                </a:lnTo>
                <a:lnTo>
                  <a:pt x="225298" y="627507"/>
                </a:lnTo>
                <a:lnTo>
                  <a:pt x="267843" y="605917"/>
                </a:lnTo>
                <a:lnTo>
                  <a:pt x="301625" y="572770"/>
                </a:lnTo>
                <a:lnTo>
                  <a:pt x="323850" y="530352"/>
                </a:lnTo>
                <a:lnTo>
                  <a:pt x="331851" y="481203"/>
                </a:lnTo>
                <a:lnTo>
                  <a:pt x="331851" y="329819"/>
                </a:lnTo>
                <a:close/>
              </a:path>
              <a:path w="508634" h="635635">
                <a:moveTo>
                  <a:pt x="331851" y="0"/>
                </a:moveTo>
                <a:lnTo>
                  <a:pt x="176784" y="0"/>
                </a:lnTo>
                <a:lnTo>
                  <a:pt x="176784" y="151384"/>
                </a:lnTo>
                <a:lnTo>
                  <a:pt x="184531" y="200660"/>
                </a:lnTo>
                <a:lnTo>
                  <a:pt x="206375" y="242951"/>
                </a:lnTo>
                <a:lnTo>
                  <a:pt x="239649" y="276098"/>
                </a:lnTo>
                <a:lnTo>
                  <a:pt x="282321" y="297688"/>
                </a:lnTo>
                <a:lnTo>
                  <a:pt x="331851" y="305435"/>
                </a:lnTo>
                <a:lnTo>
                  <a:pt x="331851" y="0"/>
                </a:lnTo>
                <a:close/>
              </a:path>
              <a:path w="508634" h="635635">
                <a:moveTo>
                  <a:pt x="508635" y="329819"/>
                </a:moveTo>
                <a:lnTo>
                  <a:pt x="353568" y="329819"/>
                </a:lnTo>
                <a:lnTo>
                  <a:pt x="353568" y="635254"/>
                </a:lnTo>
                <a:lnTo>
                  <a:pt x="402082" y="627507"/>
                </a:lnTo>
                <a:lnTo>
                  <a:pt x="444627" y="605917"/>
                </a:lnTo>
                <a:lnTo>
                  <a:pt x="478282" y="572770"/>
                </a:lnTo>
                <a:lnTo>
                  <a:pt x="500507" y="530352"/>
                </a:lnTo>
                <a:lnTo>
                  <a:pt x="508635" y="481203"/>
                </a:lnTo>
                <a:lnTo>
                  <a:pt x="508635" y="329819"/>
                </a:lnTo>
                <a:close/>
              </a:path>
              <a:path w="508634" h="635635">
                <a:moveTo>
                  <a:pt x="508635" y="0"/>
                </a:moveTo>
                <a:lnTo>
                  <a:pt x="353568" y="0"/>
                </a:lnTo>
                <a:lnTo>
                  <a:pt x="353568" y="305435"/>
                </a:lnTo>
                <a:lnTo>
                  <a:pt x="402082" y="297688"/>
                </a:lnTo>
                <a:lnTo>
                  <a:pt x="444627" y="276098"/>
                </a:lnTo>
                <a:lnTo>
                  <a:pt x="478282" y="242951"/>
                </a:lnTo>
                <a:lnTo>
                  <a:pt x="500507" y="200660"/>
                </a:lnTo>
                <a:lnTo>
                  <a:pt x="508635" y="151384"/>
                </a:lnTo>
                <a:lnTo>
                  <a:pt x="508635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04604" y="376427"/>
            <a:ext cx="864235" cy="635635"/>
          </a:xfrm>
          <a:custGeom>
            <a:avLst/>
            <a:gdLst/>
            <a:ahLst/>
            <a:cxnLst/>
            <a:rect l="l" t="t" r="r" b="b"/>
            <a:pathLst>
              <a:path w="864234" h="635635">
                <a:moveTo>
                  <a:pt x="154813" y="329819"/>
                </a:moveTo>
                <a:lnTo>
                  <a:pt x="0" y="329819"/>
                </a:lnTo>
                <a:lnTo>
                  <a:pt x="0" y="635254"/>
                </a:lnTo>
                <a:lnTo>
                  <a:pt x="48387" y="627507"/>
                </a:lnTo>
                <a:lnTo>
                  <a:pt x="90932" y="605917"/>
                </a:lnTo>
                <a:lnTo>
                  <a:pt x="124587" y="572770"/>
                </a:lnTo>
                <a:lnTo>
                  <a:pt x="146812" y="530352"/>
                </a:lnTo>
                <a:lnTo>
                  <a:pt x="154813" y="481203"/>
                </a:lnTo>
                <a:lnTo>
                  <a:pt x="154813" y="329819"/>
                </a:lnTo>
                <a:close/>
              </a:path>
              <a:path w="864234" h="635635">
                <a:moveTo>
                  <a:pt x="154813" y="0"/>
                </a:moveTo>
                <a:lnTo>
                  <a:pt x="0" y="0"/>
                </a:lnTo>
                <a:lnTo>
                  <a:pt x="0" y="305435"/>
                </a:lnTo>
                <a:lnTo>
                  <a:pt x="48387" y="297688"/>
                </a:lnTo>
                <a:lnTo>
                  <a:pt x="90932" y="276098"/>
                </a:lnTo>
                <a:lnTo>
                  <a:pt x="124587" y="242951"/>
                </a:lnTo>
                <a:lnTo>
                  <a:pt x="146812" y="200660"/>
                </a:lnTo>
                <a:lnTo>
                  <a:pt x="154813" y="151384"/>
                </a:lnTo>
                <a:lnTo>
                  <a:pt x="154813" y="0"/>
                </a:lnTo>
                <a:close/>
              </a:path>
              <a:path w="864234" h="635635">
                <a:moveTo>
                  <a:pt x="334137" y="329819"/>
                </a:moveTo>
                <a:lnTo>
                  <a:pt x="179324" y="329819"/>
                </a:lnTo>
                <a:lnTo>
                  <a:pt x="179324" y="635254"/>
                </a:lnTo>
                <a:lnTo>
                  <a:pt x="227711" y="627507"/>
                </a:lnTo>
                <a:lnTo>
                  <a:pt x="270129" y="605917"/>
                </a:lnTo>
                <a:lnTo>
                  <a:pt x="303784" y="572770"/>
                </a:lnTo>
                <a:lnTo>
                  <a:pt x="326009" y="530352"/>
                </a:lnTo>
                <a:lnTo>
                  <a:pt x="334137" y="481203"/>
                </a:lnTo>
                <a:lnTo>
                  <a:pt x="334137" y="329819"/>
                </a:lnTo>
                <a:close/>
              </a:path>
              <a:path w="864234" h="635635">
                <a:moveTo>
                  <a:pt x="334137" y="0"/>
                </a:moveTo>
                <a:lnTo>
                  <a:pt x="179324" y="0"/>
                </a:lnTo>
                <a:lnTo>
                  <a:pt x="179324" y="151384"/>
                </a:lnTo>
                <a:lnTo>
                  <a:pt x="187071" y="200660"/>
                </a:lnTo>
                <a:lnTo>
                  <a:pt x="208788" y="242951"/>
                </a:lnTo>
                <a:lnTo>
                  <a:pt x="242062" y="276098"/>
                </a:lnTo>
                <a:lnTo>
                  <a:pt x="284607" y="297688"/>
                </a:lnTo>
                <a:lnTo>
                  <a:pt x="334137" y="305435"/>
                </a:lnTo>
                <a:lnTo>
                  <a:pt x="334137" y="0"/>
                </a:lnTo>
                <a:close/>
              </a:path>
              <a:path w="864234" h="635635">
                <a:moveTo>
                  <a:pt x="510667" y="329819"/>
                </a:moveTo>
                <a:lnTo>
                  <a:pt x="462153" y="337693"/>
                </a:lnTo>
                <a:lnTo>
                  <a:pt x="419735" y="359918"/>
                </a:lnTo>
                <a:lnTo>
                  <a:pt x="386080" y="393446"/>
                </a:lnTo>
                <a:lnTo>
                  <a:pt x="363855" y="435610"/>
                </a:lnTo>
                <a:lnTo>
                  <a:pt x="355854" y="483870"/>
                </a:lnTo>
                <a:lnTo>
                  <a:pt x="355854" y="635254"/>
                </a:lnTo>
                <a:lnTo>
                  <a:pt x="510667" y="635254"/>
                </a:lnTo>
                <a:lnTo>
                  <a:pt x="510667" y="329819"/>
                </a:lnTo>
                <a:close/>
              </a:path>
              <a:path w="864234" h="635635">
                <a:moveTo>
                  <a:pt x="510667" y="154051"/>
                </a:moveTo>
                <a:lnTo>
                  <a:pt x="502920" y="105918"/>
                </a:lnTo>
                <a:lnTo>
                  <a:pt x="481203" y="63627"/>
                </a:lnTo>
                <a:lnTo>
                  <a:pt x="447802" y="30099"/>
                </a:lnTo>
                <a:lnTo>
                  <a:pt x="405257" y="8001"/>
                </a:lnTo>
                <a:lnTo>
                  <a:pt x="355854" y="0"/>
                </a:lnTo>
                <a:lnTo>
                  <a:pt x="355854" y="305435"/>
                </a:lnTo>
                <a:lnTo>
                  <a:pt x="510667" y="305435"/>
                </a:lnTo>
                <a:lnTo>
                  <a:pt x="510667" y="154051"/>
                </a:lnTo>
                <a:close/>
              </a:path>
              <a:path w="864234" h="635635">
                <a:moveTo>
                  <a:pt x="687197" y="483870"/>
                </a:moveTo>
                <a:lnTo>
                  <a:pt x="679196" y="435610"/>
                </a:lnTo>
                <a:lnTo>
                  <a:pt x="656971" y="393446"/>
                </a:lnTo>
                <a:lnTo>
                  <a:pt x="623189" y="359918"/>
                </a:lnTo>
                <a:lnTo>
                  <a:pt x="580771" y="337693"/>
                </a:lnTo>
                <a:lnTo>
                  <a:pt x="532384" y="329819"/>
                </a:lnTo>
                <a:lnTo>
                  <a:pt x="532384" y="635254"/>
                </a:lnTo>
                <a:lnTo>
                  <a:pt x="687197" y="635254"/>
                </a:lnTo>
                <a:lnTo>
                  <a:pt x="687197" y="483870"/>
                </a:lnTo>
                <a:close/>
              </a:path>
              <a:path w="864234" h="635635">
                <a:moveTo>
                  <a:pt x="687197" y="0"/>
                </a:moveTo>
                <a:lnTo>
                  <a:pt x="637667" y="8001"/>
                </a:lnTo>
                <a:lnTo>
                  <a:pt x="595122" y="30099"/>
                </a:lnTo>
                <a:lnTo>
                  <a:pt x="561848" y="63627"/>
                </a:lnTo>
                <a:lnTo>
                  <a:pt x="540131" y="105918"/>
                </a:lnTo>
                <a:lnTo>
                  <a:pt x="532384" y="154051"/>
                </a:lnTo>
                <a:lnTo>
                  <a:pt x="532384" y="305435"/>
                </a:lnTo>
                <a:lnTo>
                  <a:pt x="687197" y="305435"/>
                </a:lnTo>
                <a:lnTo>
                  <a:pt x="687197" y="0"/>
                </a:lnTo>
                <a:close/>
              </a:path>
              <a:path w="864234" h="635635">
                <a:moveTo>
                  <a:pt x="861060" y="483870"/>
                </a:moveTo>
                <a:lnTo>
                  <a:pt x="853313" y="435610"/>
                </a:lnTo>
                <a:lnTo>
                  <a:pt x="831596" y="393446"/>
                </a:lnTo>
                <a:lnTo>
                  <a:pt x="798195" y="359918"/>
                </a:lnTo>
                <a:lnTo>
                  <a:pt x="755650" y="337693"/>
                </a:lnTo>
                <a:lnTo>
                  <a:pt x="706247" y="329819"/>
                </a:lnTo>
                <a:lnTo>
                  <a:pt x="706247" y="635254"/>
                </a:lnTo>
                <a:lnTo>
                  <a:pt x="861060" y="635254"/>
                </a:lnTo>
                <a:lnTo>
                  <a:pt x="861060" y="483870"/>
                </a:lnTo>
                <a:close/>
              </a:path>
              <a:path w="864234" h="635635">
                <a:moveTo>
                  <a:pt x="863727" y="0"/>
                </a:moveTo>
                <a:lnTo>
                  <a:pt x="708914" y="0"/>
                </a:lnTo>
                <a:lnTo>
                  <a:pt x="708914" y="305435"/>
                </a:lnTo>
                <a:lnTo>
                  <a:pt x="757301" y="297688"/>
                </a:lnTo>
                <a:lnTo>
                  <a:pt x="799719" y="276098"/>
                </a:lnTo>
                <a:lnTo>
                  <a:pt x="833501" y="242951"/>
                </a:lnTo>
                <a:lnTo>
                  <a:pt x="855726" y="200660"/>
                </a:lnTo>
                <a:lnTo>
                  <a:pt x="863727" y="151384"/>
                </a:lnTo>
                <a:lnTo>
                  <a:pt x="863727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704320" y="367283"/>
            <a:ext cx="487680" cy="303530"/>
          </a:xfrm>
          <a:custGeom>
            <a:avLst/>
            <a:gdLst/>
            <a:ahLst/>
            <a:cxnLst/>
            <a:rect l="l" t="t" r="r" b="b"/>
            <a:pathLst>
              <a:path w="487679" h="303530">
                <a:moveTo>
                  <a:pt x="155194" y="151638"/>
                </a:moveTo>
                <a:lnTo>
                  <a:pt x="147193" y="103632"/>
                </a:lnTo>
                <a:lnTo>
                  <a:pt x="124968" y="61976"/>
                </a:lnTo>
                <a:lnTo>
                  <a:pt x="91186" y="29210"/>
                </a:lnTo>
                <a:lnTo>
                  <a:pt x="48641" y="7747"/>
                </a:lnTo>
                <a:lnTo>
                  <a:pt x="0" y="0"/>
                </a:lnTo>
                <a:lnTo>
                  <a:pt x="0" y="303149"/>
                </a:lnTo>
                <a:lnTo>
                  <a:pt x="155194" y="303149"/>
                </a:lnTo>
                <a:lnTo>
                  <a:pt x="155194" y="151638"/>
                </a:lnTo>
                <a:close/>
              </a:path>
              <a:path w="487679" h="303530">
                <a:moveTo>
                  <a:pt x="331089" y="0"/>
                </a:moveTo>
                <a:lnTo>
                  <a:pt x="176784" y="0"/>
                </a:lnTo>
                <a:lnTo>
                  <a:pt x="176784" y="151638"/>
                </a:lnTo>
                <a:lnTo>
                  <a:pt x="184531" y="199644"/>
                </a:lnTo>
                <a:lnTo>
                  <a:pt x="206121" y="241173"/>
                </a:lnTo>
                <a:lnTo>
                  <a:pt x="239395" y="273939"/>
                </a:lnTo>
                <a:lnTo>
                  <a:pt x="281813" y="295529"/>
                </a:lnTo>
                <a:lnTo>
                  <a:pt x="331089" y="303149"/>
                </a:lnTo>
                <a:lnTo>
                  <a:pt x="331089" y="0"/>
                </a:lnTo>
                <a:close/>
              </a:path>
              <a:path w="487679" h="303530">
                <a:moveTo>
                  <a:pt x="487299" y="0"/>
                </a:moveTo>
                <a:lnTo>
                  <a:pt x="352679" y="0"/>
                </a:lnTo>
                <a:lnTo>
                  <a:pt x="352679" y="303149"/>
                </a:lnTo>
                <a:lnTo>
                  <a:pt x="401066" y="295529"/>
                </a:lnTo>
                <a:lnTo>
                  <a:pt x="443357" y="273939"/>
                </a:lnTo>
                <a:lnTo>
                  <a:pt x="476885" y="241173"/>
                </a:lnTo>
                <a:lnTo>
                  <a:pt x="487299" y="221742"/>
                </a:lnTo>
                <a:lnTo>
                  <a:pt x="487299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177016" y="367283"/>
            <a:ext cx="508634" cy="303530"/>
          </a:xfrm>
          <a:custGeom>
            <a:avLst/>
            <a:gdLst/>
            <a:ahLst/>
            <a:cxnLst/>
            <a:rect l="l" t="t" r="r" b="b"/>
            <a:pathLst>
              <a:path w="508634" h="303530">
                <a:moveTo>
                  <a:pt x="155067" y="151638"/>
                </a:moveTo>
                <a:lnTo>
                  <a:pt x="147066" y="103632"/>
                </a:lnTo>
                <a:lnTo>
                  <a:pt x="124714" y="61976"/>
                </a:lnTo>
                <a:lnTo>
                  <a:pt x="91059" y="29210"/>
                </a:lnTo>
                <a:lnTo>
                  <a:pt x="48514" y="7747"/>
                </a:lnTo>
                <a:lnTo>
                  <a:pt x="0" y="0"/>
                </a:lnTo>
                <a:lnTo>
                  <a:pt x="0" y="303149"/>
                </a:lnTo>
                <a:lnTo>
                  <a:pt x="155067" y="303149"/>
                </a:lnTo>
                <a:lnTo>
                  <a:pt x="155067" y="151638"/>
                </a:lnTo>
                <a:close/>
              </a:path>
              <a:path w="508634" h="303530">
                <a:moveTo>
                  <a:pt x="331851" y="0"/>
                </a:moveTo>
                <a:lnTo>
                  <a:pt x="282321" y="7747"/>
                </a:lnTo>
                <a:lnTo>
                  <a:pt x="239649" y="29210"/>
                </a:lnTo>
                <a:lnTo>
                  <a:pt x="206375" y="61976"/>
                </a:lnTo>
                <a:lnTo>
                  <a:pt x="184531" y="103632"/>
                </a:lnTo>
                <a:lnTo>
                  <a:pt x="176784" y="151638"/>
                </a:lnTo>
                <a:lnTo>
                  <a:pt x="176784" y="303149"/>
                </a:lnTo>
                <a:lnTo>
                  <a:pt x="331851" y="303149"/>
                </a:lnTo>
                <a:lnTo>
                  <a:pt x="331851" y="0"/>
                </a:lnTo>
                <a:close/>
              </a:path>
              <a:path w="508634" h="303530">
                <a:moveTo>
                  <a:pt x="508635" y="0"/>
                </a:moveTo>
                <a:lnTo>
                  <a:pt x="353568" y="0"/>
                </a:lnTo>
                <a:lnTo>
                  <a:pt x="353568" y="303149"/>
                </a:lnTo>
                <a:lnTo>
                  <a:pt x="402082" y="295529"/>
                </a:lnTo>
                <a:lnTo>
                  <a:pt x="444627" y="273939"/>
                </a:lnTo>
                <a:lnTo>
                  <a:pt x="478409" y="241173"/>
                </a:lnTo>
                <a:lnTo>
                  <a:pt x="500634" y="199644"/>
                </a:lnTo>
                <a:lnTo>
                  <a:pt x="508635" y="151638"/>
                </a:lnTo>
                <a:lnTo>
                  <a:pt x="508635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6354" y="265684"/>
            <a:ext cx="3892550" cy="47752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26714" y="1004697"/>
            <a:ext cx="5766435" cy="590803"/>
          </a:xfrm>
          <a:prstGeom prst="rect">
            <a:avLst/>
          </a:prstGeom>
        </p:spPr>
      </p:pic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212850" y="1974850"/>
          <a:ext cx="10058400" cy="4044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b="1" spc="-20" dirty="0">
                          <a:latin typeface="Segoe UI"/>
                          <a:cs typeface="Segoe UI"/>
                        </a:rPr>
                        <a:t>Myth</a:t>
                      </a:r>
                      <a:endParaRPr sz="2000">
                        <a:latin typeface="Segoe UI"/>
                        <a:cs typeface="Segoe U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D9959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b="1" spc="-10" dirty="0">
                          <a:latin typeface="Segoe UI"/>
                          <a:cs typeface="Segoe UI"/>
                        </a:rPr>
                        <a:t>Reality</a:t>
                      </a:r>
                      <a:endParaRPr sz="2000">
                        <a:latin typeface="Segoe UI"/>
                        <a:cs typeface="Segoe U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D99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400" dirty="0">
                          <a:latin typeface="Segoe UI"/>
                          <a:cs typeface="Segoe UI"/>
                        </a:rPr>
                        <a:t>"Generative</a:t>
                      </a:r>
                      <a:r>
                        <a:rPr sz="14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AI</a:t>
                      </a:r>
                      <a:r>
                        <a:rPr sz="14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is</a:t>
                      </a:r>
                      <a:r>
                        <a:rPr sz="14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always</a:t>
                      </a:r>
                      <a:r>
                        <a:rPr sz="14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correct."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400" dirty="0">
                          <a:latin typeface="Segoe UI"/>
                          <a:cs typeface="Segoe UI"/>
                        </a:rPr>
                        <a:t>AI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can</a:t>
                      </a:r>
                      <a:r>
                        <a:rPr sz="14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confidently</a:t>
                      </a:r>
                      <a:r>
                        <a:rPr sz="14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generate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false</a:t>
                      </a:r>
                      <a:r>
                        <a:rPr sz="14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or</a:t>
                      </a:r>
                      <a:r>
                        <a:rPr sz="14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misleading</a:t>
                      </a:r>
                      <a:r>
                        <a:rPr sz="14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content.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400" dirty="0">
                          <a:latin typeface="Segoe UI"/>
                          <a:cs typeface="Segoe UI"/>
                        </a:rPr>
                        <a:t>"It</a:t>
                      </a:r>
                      <a:r>
                        <a:rPr sz="14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understands</a:t>
                      </a:r>
                      <a:r>
                        <a:rPr sz="1400" spc="-5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like</a:t>
                      </a:r>
                      <a:r>
                        <a:rPr sz="14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a</a:t>
                      </a:r>
                      <a:r>
                        <a:rPr sz="14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human."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 marR="2222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Segoe UI"/>
                          <a:cs typeface="Segoe UI"/>
                        </a:rPr>
                        <a:t>AI</a:t>
                      </a:r>
                      <a:r>
                        <a:rPr sz="14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predicts</a:t>
                      </a:r>
                      <a:r>
                        <a:rPr sz="14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patterns;</a:t>
                      </a:r>
                      <a:r>
                        <a:rPr sz="14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it</a:t>
                      </a:r>
                      <a:r>
                        <a:rPr sz="14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doesn’t</a:t>
                      </a:r>
                      <a:r>
                        <a:rPr sz="14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truly</a:t>
                      </a:r>
                      <a:r>
                        <a:rPr sz="14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comprehend</a:t>
                      </a:r>
                      <a:r>
                        <a:rPr sz="14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meaning</a:t>
                      </a:r>
                      <a:r>
                        <a:rPr sz="1400" spc="-5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spc="-25" dirty="0">
                          <a:latin typeface="Segoe UI"/>
                          <a:cs typeface="Segoe UI"/>
                        </a:rPr>
                        <a:t>or 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context.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Segoe UI"/>
                          <a:cs typeface="Segoe UI"/>
                        </a:rPr>
                        <a:t>"GenAI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can</a:t>
                      </a:r>
                      <a:r>
                        <a:rPr sz="14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think</a:t>
                      </a:r>
                      <a:r>
                        <a:rPr sz="14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or</a:t>
                      </a:r>
                      <a:r>
                        <a:rPr sz="14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feel."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Segoe UI"/>
                          <a:cs typeface="Segoe UI"/>
                        </a:rPr>
                        <a:t>AI has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no</a:t>
                      </a:r>
                      <a:r>
                        <a:rPr sz="14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emotions,</a:t>
                      </a:r>
                      <a:r>
                        <a:rPr sz="14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consciousness,</a:t>
                      </a:r>
                      <a:r>
                        <a:rPr sz="140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or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 self-awareness.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400" dirty="0">
                          <a:latin typeface="Segoe UI"/>
                          <a:cs typeface="Segoe UI"/>
                        </a:rPr>
                        <a:t>"It</a:t>
                      </a:r>
                      <a:r>
                        <a:rPr sz="1400" spc="-5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creates</a:t>
                      </a:r>
                      <a:r>
                        <a:rPr sz="14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completely</a:t>
                      </a:r>
                      <a:r>
                        <a:rPr sz="1400" spc="-5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original</a:t>
                      </a:r>
                      <a:r>
                        <a:rPr sz="1400" spc="-5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content."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 marR="45529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Segoe UI"/>
                          <a:cs typeface="Segoe UI"/>
                        </a:rPr>
                        <a:t>It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recombines</a:t>
                      </a:r>
                      <a:r>
                        <a:rPr sz="14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existing</a:t>
                      </a:r>
                      <a:r>
                        <a:rPr sz="14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data</a:t>
                      </a:r>
                      <a:r>
                        <a:rPr sz="14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in</a:t>
                      </a:r>
                      <a:r>
                        <a:rPr sz="14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new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ways—not</a:t>
                      </a:r>
                      <a:r>
                        <a:rPr sz="14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always</a:t>
                      </a:r>
                      <a:r>
                        <a:rPr sz="14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truly creative.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400" dirty="0">
                          <a:latin typeface="Segoe UI"/>
                          <a:cs typeface="Segoe UI"/>
                        </a:rPr>
                        <a:t>"Anyone</a:t>
                      </a:r>
                      <a:r>
                        <a:rPr sz="14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can</a:t>
                      </a:r>
                      <a:r>
                        <a:rPr sz="14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use GenAI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without</a:t>
                      </a:r>
                      <a:r>
                        <a:rPr sz="14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skill."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400" dirty="0">
                          <a:latin typeface="Segoe UI"/>
                          <a:cs typeface="Segoe UI"/>
                        </a:rPr>
                        <a:t>Without</a:t>
                      </a:r>
                      <a:r>
                        <a:rPr sz="14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good</a:t>
                      </a:r>
                      <a:r>
                        <a:rPr sz="14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prompts,</a:t>
                      </a:r>
                      <a:r>
                        <a:rPr sz="14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results</a:t>
                      </a:r>
                      <a:r>
                        <a:rPr sz="14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can</a:t>
                      </a:r>
                      <a:r>
                        <a:rPr sz="14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be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vague</a:t>
                      </a:r>
                      <a:r>
                        <a:rPr sz="14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or</a:t>
                      </a:r>
                      <a:r>
                        <a:rPr sz="14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unhelpful.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400" dirty="0">
                          <a:latin typeface="Segoe UI"/>
                          <a:cs typeface="Segoe UI"/>
                        </a:rPr>
                        <a:t>"It</a:t>
                      </a:r>
                      <a:r>
                        <a:rPr sz="14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will</a:t>
                      </a:r>
                      <a:r>
                        <a:rPr sz="14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replace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all</a:t>
                      </a:r>
                      <a:r>
                        <a:rPr sz="14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human</a:t>
                      </a:r>
                      <a:r>
                        <a:rPr sz="14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jobs."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 marR="76136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Segoe UI"/>
                          <a:cs typeface="Segoe UI"/>
                        </a:rPr>
                        <a:t>GenAI</a:t>
                      </a:r>
                      <a:r>
                        <a:rPr sz="14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supports</a:t>
                      </a:r>
                      <a:r>
                        <a:rPr sz="14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humans—it</a:t>
                      </a:r>
                      <a:r>
                        <a:rPr sz="1400" spc="-6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doesn’t</a:t>
                      </a:r>
                      <a:r>
                        <a:rPr sz="14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replace</a:t>
                      </a:r>
                      <a:r>
                        <a:rPr sz="14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creativity,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empathy,</a:t>
                      </a:r>
                      <a:r>
                        <a:rPr sz="14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or 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judgment.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400" spc="-10" dirty="0">
                          <a:latin typeface="Segoe UI"/>
                          <a:cs typeface="Segoe UI"/>
                        </a:rPr>
                        <a:t>"AI-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generated</a:t>
                      </a:r>
                      <a:r>
                        <a:rPr sz="14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content</a:t>
                      </a:r>
                      <a:r>
                        <a:rPr sz="14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is always</a:t>
                      </a:r>
                      <a:r>
                        <a:rPr sz="14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safe</a:t>
                      </a:r>
                      <a:r>
                        <a:rPr sz="14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140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use."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400" dirty="0">
                          <a:latin typeface="Segoe UI"/>
                          <a:cs typeface="Segoe UI"/>
                        </a:rPr>
                        <a:t>It</a:t>
                      </a:r>
                      <a:r>
                        <a:rPr sz="14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may</a:t>
                      </a:r>
                      <a:r>
                        <a:rPr sz="14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include</a:t>
                      </a:r>
                      <a:r>
                        <a:rPr sz="14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bias,</a:t>
                      </a:r>
                      <a:r>
                        <a:rPr sz="14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inappropriate,</a:t>
                      </a:r>
                      <a:r>
                        <a:rPr sz="14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or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copyrighted</a:t>
                      </a:r>
                      <a:r>
                        <a:rPr sz="14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information.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400" dirty="0">
                          <a:latin typeface="Segoe UI"/>
                          <a:cs typeface="Segoe UI"/>
                        </a:rPr>
                        <a:t>"Only</a:t>
                      </a:r>
                      <a:r>
                        <a:rPr sz="14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tech</a:t>
                      </a:r>
                      <a:r>
                        <a:rPr sz="14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experts</a:t>
                      </a:r>
                      <a:r>
                        <a:rPr sz="14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can</a:t>
                      </a:r>
                      <a:r>
                        <a:rPr sz="14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use</a:t>
                      </a:r>
                      <a:r>
                        <a:rPr sz="14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spc="-20" dirty="0">
                          <a:latin typeface="Segoe UI"/>
                          <a:cs typeface="Segoe UI"/>
                        </a:rPr>
                        <a:t>it."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134620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 marR="11874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Segoe UI"/>
                          <a:cs typeface="Segoe UI"/>
                        </a:rPr>
                        <a:t>Today’s</a:t>
                      </a:r>
                      <a:r>
                        <a:rPr sz="14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tools</a:t>
                      </a:r>
                      <a:r>
                        <a:rPr sz="14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are</a:t>
                      </a:r>
                      <a:r>
                        <a:rPr sz="14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user-friendly</a:t>
                      </a:r>
                      <a:r>
                        <a:rPr sz="14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for</a:t>
                      </a:r>
                      <a:r>
                        <a:rPr sz="14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writers,</a:t>
                      </a:r>
                      <a:r>
                        <a:rPr sz="14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students,</a:t>
                      </a:r>
                      <a:r>
                        <a:rPr sz="14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designers, </a:t>
                      </a:r>
                      <a:r>
                        <a:rPr sz="1400" dirty="0">
                          <a:latin typeface="Segoe UI"/>
                          <a:cs typeface="Segoe UI"/>
                        </a:rPr>
                        <a:t>and</a:t>
                      </a:r>
                      <a:r>
                        <a:rPr sz="14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spc="-10" dirty="0">
                          <a:latin typeface="Segoe UI"/>
                          <a:cs typeface="Segoe UI"/>
                        </a:rPr>
                        <a:t>more.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54221" y="109854"/>
            <a:ext cx="406463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0" spc="-55" dirty="0">
                <a:solidFill>
                  <a:srgbClr val="000000"/>
                </a:solidFill>
                <a:latin typeface="Calibri Light"/>
                <a:cs typeface="Calibri Light"/>
              </a:rPr>
              <a:t>History</a:t>
            </a:r>
            <a:r>
              <a:rPr sz="6600" b="0" spc="-3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6600" b="0" dirty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sz="6600" b="0" spc="-204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6600" b="0" spc="-25" dirty="0">
                <a:solidFill>
                  <a:srgbClr val="000000"/>
                </a:solidFill>
                <a:latin typeface="Calibri Light"/>
                <a:cs typeface="Calibri Light"/>
              </a:rPr>
              <a:t>AI</a:t>
            </a:r>
            <a:endParaRPr sz="66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811" y="1513330"/>
            <a:ext cx="11953240" cy="5309870"/>
            <a:chOff x="19811" y="1513330"/>
            <a:chExt cx="11953240" cy="5309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7855" y="4361728"/>
              <a:ext cx="4774686" cy="24504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11" y="1513330"/>
              <a:ext cx="7135368" cy="5309614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93280" y="1066800"/>
            <a:ext cx="4821935" cy="56281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172825" y="6453327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878787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93875" y="2423616"/>
            <a:ext cx="8555990" cy="174053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913255" marR="5080" indent="-1901189">
              <a:lnSpc>
                <a:spcPts val="6300"/>
              </a:lnSpc>
              <a:spcBef>
                <a:spcPts val="1060"/>
              </a:spcBef>
            </a:pPr>
            <a:r>
              <a:rPr sz="6000" b="0" dirty="0">
                <a:solidFill>
                  <a:srgbClr val="000000"/>
                </a:solidFill>
                <a:latin typeface="Segoe UI"/>
                <a:cs typeface="Segoe UI"/>
              </a:rPr>
              <a:t>Why</a:t>
            </a:r>
            <a:r>
              <a:rPr sz="6000" b="0" spc="-12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 dirty="0">
                <a:solidFill>
                  <a:srgbClr val="000000"/>
                </a:solidFill>
                <a:latin typeface="Segoe UI"/>
                <a:cs typeface="Segoe UI"/>
              </a:rPr>
              <a:t>do</a:t>
            </a:r>
            <a:r>
              <a:rPr sz="6000" b="0" spc="-11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 dirty="0">
                <a:solidFill>
                  <a:srgbClr val="000000"/>
                </a:solidFill>
                <a:latin typeface="Segoe UI"/>
                <a:cs typeface="Segoe UI"/>
              </a:rPr>
              <a:t>we</a:t>
            </a:r>
            <a:r>
              <a:rPr sz="6000" b="0" spc="-11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 dirty="0">
                <a:solidFill>
                  <a:srgbClr val="000000"/>
                </a:solidFill>
                <a:latin typeface="Segoe UI"/>
                <a:cs typeface="Segoe UI"/>
              </a:rPr>
              <a:t>need</a:t>
            </a:r>
            <a:r>
              <a:rPr sz="6000" b="0" spc="-12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 dirty="0">
                <a:solidFill>
                  <a:srgbClr val="000000"/>
                </a:solidFill>
                <a:latin typeface="Segoe UI"/>
                <a:cs typeface="Segoe UI"/>
              </a:rPr>
              <a:t>to</a:t>
            </a:r>
            <a:r>
              <a:rPr sz="6000" b="0" spc="-12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 spc="-20" dirty="0">
                <a:solidFill>
                  <a:srgbClr val="000000"/>
                </a:solidFill>
                <a:latin typeface="Segoe UI"/>
                <a:cs typeface="Segoe UI"/>
              </a:rPr>
              <a:t>know </a:t>
            </a:r>
            <a:r>
              <a:rPr sz="6000" b="0" dirty="0">
                <a:solidFill>
                  <a:srgbClr val="000000"/>
                </a:solidFill>
                <a:latin typeface="Segoe UI"/>
                <a:cs typeface="Segoe UI"/>
              </a:rPr>
              <a:t>about</a:t>
            </a:r>
            <a:r>
              <a:rPr sz="6000" b="0" spc="-2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 dirty="0">
                <a:solidFill>
                  <a:srgbClr val="000000"/>
                </a:solidFill>
                <a:latin typeface="Segoe UI"/>
                <a:cs typeface="Segoe UI"/>
              </a:rPr>
              <a:t>Gen</a:t>
            </a:r>
            <a:r>
              <a:rPr sz="6000" b="0" spc="-1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 spc="-25" dirty="0">
                <a:solidFill>
                  <a:srgbClr val="000000"/>
                </a:solidFill>
                <a:latin typeface="Segoe UI"/>
                <a:cs typeface="Segoe UI"/>
              </a:rPr>
              <a:t>AI?</a:t>
            </a:r>
            <a:endParaRPr sz="60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18559" y="5524489"/>
            <a:ext cx="4754880" cy="27305"/>
          </a:xfrm>
          <a:custGeom>
            <a:avLst/>
            <a:gdLst/>
            <a:ahLst/>
            <a:cxnLst/>
            <a:rect l="l" t="t" r="r" b="b"/>
            <a:pathLst>
              <a:path w="4754880" h="27304">
                <a:moveTo>
                  <a:pt x="4754880" y="0"/>
                </a:moveTo>
                <a:lnTo>
                  <a:pt x="0" y="0"/>
                </a:lnTo>
                <a:lnTo>
                  <a:pt x="0" y="26934"/>
                </a:lnTo>
                <a:lnTo>
                  <a:pt x="4754880" y="26934"/>
                </a:lnTo>
                <a:lnTo>
                  <a:pt x="4754880" y="0"/>
                </a:lnTo>
                <a:close/>
              </a:path>
            </a:pathLst>
          </a:custGeom>
          <a:solidFill>
            <a:srgbClr val="EB7B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79097" y="6453327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7D7D7D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591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</a:rPr>
              <a:t>Who</a:t>
            </a:r>
            <a:r>
              <a:rPr sz="2400" spc="-75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should</a:t>
            </a:r>
            <a:r>
              <a:rPr sz="2400" spc="-65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learn</a:t>
            </a:r>
            <a:r>
              <a:rPr sz="2400" spc="-85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about</a:t>
            </a:r>
            <a:r>
              <a:rPr sz="2400" spc="-90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Gen</a:t>
            </a:r>
            <a:r>
              <a:rPr sz="2400" spc="-40" dirty="0">
                <a:solidFill>
                  <a:srgbClr val="333333"/>
                </a:solidFill>
              </a:rPr>
              <a:t> </a:t>
            </a:r>
            <a:r>
              <a:rPr sz="2400" spc="-25" dirty="0">
                <a:solidFill>
                  <a:srgbClr val="333333"/>
                </a:solidFill>
              </a:rPr>
              <a:t>AI?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903224" y="1015365"/>
            <a:ext cx="7504430" cy="491871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548ED4"/>
                </a:solidFill>
                <a:latin typeface="Arial"/>
                <a:cs typeface="Arial"/>
              </a:rPr>
              <a:t>AI</a:t>
            </a:r>
            <a:r>
              <a:rPr sz="1800" b="1" spc="25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48ED4"/>
                </a:solidFill>
                <a:latin typeface="Arial"/>
                <a:cs typeface="Arial"/>
              </a:rPr>
              <a:t>/</a:t>
            </a:r>
            <a:r>
              <a:rPr sz="1800" b="1" spc="-50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48ED4"/>
                </a:solidFill>
                <a:latin typeface="Arial"/>
                <a:cs typeface="Arial"/>
              </a:rPr>
              <a:t>Machine</a:t>
            </a:r>
            <a:r>
              <a:rPr sz="1800" b="1" spc="-55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48ED4"/>
                </a:solidFill>
                <a:latin typeface="Arial"/>
                <a:cs typeface="Arial"/>
              </a:rPr>
              <a:t>Learning</a:t>
            </a:r>
            <a:r>
              <a:rPr sz="1800" b="1" spc="-70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548ED4"/>
                </a:solidFill>
                <a:latin typeface="Arial"/>
                <a:cs typeface="Arial"/>
              </a:rPr>
              <a:t>Developers</a:t>
            </a:r>
            <a:r>
              <a:rPr sz="1800" spc="-10" dirty="0">
                <a:solidFill>
                  <a:srgbClr val="548ED4"/>
                </a:solidFill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80"/>
              </a:spcBef>
              <a:buChar char="•"/>
              <a:tabLst>
                <a:tab pos="756285" algn="l"/>
              </a:tabLst>
            </a:pP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Design</a:t>
            </a:r>
            <a:r>
              <a:rPr sz="1800" spc="-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refine</a:t>
            </a:r>
            <a:r>
              <a:rPr sz="180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333333"/>
                </a:solidFill>
                <a:latin typeface="Arial MT"/>
                <a:cs typeface="Arial MT"/>
              </a:rPr>
              <a:t>Generative</a:t>
            </a:r>
            <a:r>
              <a:rPr sz="1800" spc="-9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AI</a:t>
            </a:r>
            <a:r>
              <a:rPr sz="1800" spc="-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models</a:t>
            </a:r>
            <a:r>
              <a:rPr sz="1800" spc="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sz="18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create</a:t>
            </a:r>
            <a:r>
              <a:rPr sz="180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more</a:t>
            </a:r>
            <a:r>
              <a:rPr sz="1800" spc="-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Arial MT"/>
                <a:cs typeface="Arial MT"/>
              </a:rPr>
              <a:t>intelligent</a:t>
            </a:r>
            <a:endParaRPr sz="18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sz="1800" spc="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333333"/>
                </a:solidFill>
                <a:latin typeface="Arial MT"/>
                <a:cs typeface="Arial MT"/>
              </a:rPr>
              <a:t>efficient</a:t>
            </a:r>
            <a:r>
              <a:rPr sz="1800" spc="-6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Arial MT"/>
                <a:cs typeface="Arial MT"/>
              </a:rPr>
              <a:t>AI-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driven</a:t>
            </a:r>
            <a:r>
              <a:rPr sz="1800" spc="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Arial MT"/>
                <a:cs typeface="Arial MT"/>
              </a:rPr>
              <a:t>solutions.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Software</a:t>
            </a:r>
            <a:r>
              <a:rPr sz="1800" b="1" spc="-8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Developers</a:t>
            </a:r>
            <a:r>
              <a:rPr sz="1800" spc="-10" dirty="0">
                <a:solidFill>
                  <a:srgbClr val="6F2F9F"/>
                </a:solidFill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1090"/>
              </a:spcBef>
              <a:buChar char="•"/>
              <a:tabLst>
                <a:tab pos="756285" algn="l"/>
              </a:tabLst>
            </a:pPr>
            <a:r>
              <a:rPr sz="1800" spc="-20" dirty="0">
                <a:solidFill>
                  <a:srgbClr val="333333"/>
                </a:solidFill>
                <a:latin typeface="Arial MT"/>
                <a:cs typeface="Arial MT"/>
              </a:rPr>
              <a:t>Utilize</a:t>
            </a:r>
            <a:r>
              <a:rPr sz="1800" spc="-114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AI</a:t>
            </a:r>
            <a:r>
              <a:rPr sz="18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tools</a:t>
            </a:r>
            <a:r>
              <a:rPr sz="18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sz="18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enhance</a:t>
            </a:r>
            <a:r>
              <a:rPr sz="1800" spc="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productivity</a:t>
            </a:r>
            <a:r>
              <a:rPr sz="1800" spc="-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in</a:t>
            </a:r>
            <a:r>
              <a:rPr sz="180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development</a:t>
            </a:r>
            <a:r>
              <a:rPr sz="1800" spc="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Arial MT"/>
                <a:cs typeface="Arial MT"/>
              </a:rPr>
              <a:t>tasks.</a:t>
            </a:r>
            <a:endParaRPr sz="18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1105"/>
              </a:spcBef>
              <a:buChar char="•"/>
              <a:tabLst>
                <a:tab pos="756285" algn="l"/>
              </a:tabLst>
            </a:pP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Leverage</a:t>
            </a:r>
            <a:r>
              <a:rPr sz="1800" spc="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333333"/>
                </a:solidFill>
                <a:latin typeface="Arial MT"/>
                <a:cs typeface="Arial MT"/>
              </a:rPr>
              <a:t>Generative</a:t>
            </a:r>
            <a:r>
              <a:rPr sz="1800" spc="-114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AI</a:t>
            </a:r>
            <a:r>
              <a:rPr sz="1800" spc="-1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APIs</a:t>
            </a:r>
            <a:r>
              <a:rPr sz="1800" spc="-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sz="18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build</a:t>
            </a:r>
            <a:r>
              <a:rPr sz="1800" spc="-8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Arial MT"/>
                <a:cs typeface="Arial MT"/>
              </a:rPr>
              <a:t>AI-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powered</a:t>
            </a:r>
            <a:r>
              <a:rPr sz="1800" spc="8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Arial MT"/>
                <a:cs typeface="Arial MT"/>
              </a:rPr>
              <a:t>applications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Clr>
                <a:srgbClr val="333333"/>
              </a:buClr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85"/>
              </a:spcBef>
              <a:buClr>
                <a:srgbClr val="333333"/>
              </a:buClr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Everyone</a:t>
            </a:r>
            <a:r>
              <a:rPr sz="1800" spc="-10" dirty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har char="•"/>
              <a:tabLst>
                <a:tab pos="756285" algn="l"/>
              </a:tabLst>
            </a:pP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In</a:t>
            </a:r>
            <a:r>
              <a:rPr sz="1800" spc="-8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333333"/>
                </a:solidFill>
                <a:latin typeface="Arial MT"/>
                <a:cs typeface="Arial MT"/>
              </a:rPr>
              <a:t>today’s</a:t>
            </a:r>
            <a:r>
              <a:rPr sz="1800" spc="-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Arial MT"/>
                <a:cs typeface="Arial MT"/>
              </a:rPr>
              <a:t>AI-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centric</a:t>
            </a:r>
            <a:r>
              <a:rPr sz="18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world,</a:t>
            </a:r>
            <a:r>
              <a:rPr sz="1800" spc="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it’s</a:t>
            </a:r>
            <a:r>
              <a:rPr sz="1800" spc="-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crucial</a:t>
            </a:r>
            <a:r>
              <a:rPr sz="18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for</a:t>
            </a:r>
            <a:r>
              <a:rPr sz="180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individuals</a:t>
            </a:r>
            <a:r>
              <a:rPr sz="1800" spc="-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across</a:t>
            </a:r>
            <a:r>
              <a:rPr sz="180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Arial MT"/>
                <a:cs typeface="Arial MT"/>
              </a:rPr>
              <a:t>all</a:t>
            </a:r>
            <a:endParaRPr sz="18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professions</a:t>
            </a:r>
            <a:r>
              <a:rPr sz="1800" spc="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grasp the</a:t>
            </a:r>
            <a:r>
              <a:rPr sz="1800" spc="-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basics</a:t>
            </a:r>
            <a:r>
              <a:rPr sz="1800" spc="-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sz="180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333333"/>
                </a:solidFill>
                <a:latin typeface="Arial MT"/>
                <a:cs typeface="Arial MT"/>
              </a:rPr>
              <a:t>Generative</a:t>
            </a:r>
            <a:r>
              <a:rPr sz="1800" spc="-8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AI</a:t>
            </a:r>
            <a:r>
              <a:rPr sz="180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sz="180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333333"/>
                </a:solidFill>
                <a:latin typeface="Arial MT"/>
                <a:cs typeface="Arial MT"/>
              </a:rPr>
              <a:t>incorporate</a:t>
            </a:r>
            <a:r>
              <a:rPr sz="1800" spc="-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Arial MT"/>
                <a:cs typeface="Arial MT"/>
              </a:rPr>
              <a:t>AI</a:t>
            </a:r>
            <a:endParaRPr sz="18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tools</a:t>
            </a:r>
            <a:r>
              <a:rPr sz="1800" spc="-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into</a:t>
            </a:r>
            <a:r>
              <a:rPr sz="18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their</a:t>
            </a:r>
            <a:r>
              <a:rPr sz="18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workflows</a:t>
            </a:r>
            <a:r>
              <a:rPr sz="1800" spc="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sz="1800" spc="-6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boost</a:t>
            </a:r>
            <a:r>
              <a:rPr sz="18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Arial MT"/>
                <a:cs typeface="Arial MT"/>
              </a:rPr>
              <a:t>productivity.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4400" y="1865376"/>
            <a:ext cx="3125724" cy="31272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483" y="6342888"/>
            <a:ext cx="10523220" cy="267970"/>
            <a:chOff x="824483" y="6342888"/>
            <a:chExt cx="10523220" cy="267970"/>
          </a:xfrm>
        </p:grpSpPr>
        <p:sp>
          <p:nvSpPr>
            <p:cNvPr id="3" name="object 3"/>
            <p:cNvSpPr/>
            <p:nvPr/>
          </p:nvSpPr>
          <p:spPr>
            <a:xfrm>
              <a:off x="827531" y="6345936"/>
              <a:ext cx="10517505" cy="7620"/>
            </a:xfrm>
            <a:custGeom>
              <a:avLst/>
              <a:gdLst/>
              <a:ahLst/>
              <a:cxnLst/>
              <a:rect l="l" t="t" r="r" b="b"/>
              <a:pathLst>
                <a:path w="10517505" h="7620">
                  <a:moveTo>
                    <a:pt x="0" y="0"/>
                  </a:moveTo>
                  <a:lnTo>
                    <a:pt x="10516997" y="7124"/>
                  </a:lnTo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531" y="6347460"/>
              <a:ext cx="519430" cy="263525"/>
            </a:xfrm>
            <a:custGeom>
              <a:avLst/>
              <a:gdLst/>
              <a:ahLst/>
              <a:cxnLst/>
              <a:rect l="l" t="t" r="r" b="b"/>
              <a:pathLst>
                <a:path w="519430" h="263525">
                  <a:moveTo>
                    <a:pt x="519417" y="0"/>
                  </a:moveTo>
                  <a:lnTo>
                    <a:pt x="0" y="0"/>
                  </a:lnTo>
                  <a:lnTo>
                    <a:pt x="0" y="263029"/>
                  </a:lnTo>
                  <a:lnTo>
                    <a:pt x="519417" y="263029"/>
                  </a:lnTo>
                  <a:lnTo>
                    <a:pt x="51941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819911" y="1010411"/>
            <a:ext cx="10564495" cy="5326380"/>
            <a:chOff x="819911" y="1010411"/>
            <a:chExt cx="10564495" cy="5326380"/>
          </a:xfrm>
        </p:grpSpPr>
        <p:sp>
          <p:nvSpPr>
            <p:cNvPr id="6" name="object 6"/>
            <p:cNvSpPr/>
            <p:nvPr/>
          </p:nvSpPr>
          <p:spPr>
            <a:xfrm>
              <a:off x="827531" y="1013459"/>
              <a:ext cx="10517505" cy="7620"/>
            </a:xfrm>
            <a:custGeom>
              <a:avLst/>
              <a:gdLst/>
              <a:ahLst/>
              <a:cxnLst/>
              <a:rect l="l" t="t" r="r" b="b"/>
              <a:pathLst>
                <a:path w="10517505" h="7619">
                  <a:moveTo>
                    <a:pt x="0" y="0"/>
                  </a:moveTo>
                  <a:lnTo>
                    <a:pt x="10516997" y="7112"/>
                  </a:lnTo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911" y="1050035"/>
              <a:ext cx="5286756" cy="528675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2823" y="1075943"/>
              <a:ext cx="4719828" cy="210616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86727" y="1069847"/>
              <a:ext cx="4791710" cy="2118360"/>
            </a:xfrm>
            <a:custGeom>
              <a:avLst/>
              <a:gdLst/>
              <a:ahLst/>
              <a:cxnLst/>
              <a:rect l="l" t="t" r="r" b="b"/>
              <a:pathLst>
                <a:path w="4791709" h="2118360">
                  <a:moveTo>
                    <a:pt x="0" y="2118232"/>
                  </a:moveTo>
                  <a:lnTo>
                    <a:pt x="4791329" y="2118232"/>
                  </a:lnTo>
                  <a:lnTo>
                    <a:pt x="4791329" y="0"/>
                  </a:lnTo>
                  <a:lnTo>
                    <a:pt x="0" y="0"/>
                  </a:lnTo>
                  <a:lnTo>
                    <a:pt x="0" y="2118232"/>
                  </a:lnTo>
                  <a:close/>
                </a:path>
              </a:pathLst>
            </a:custGeom>
            <a:ln w="1219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08291" y="3264407"/>
              <a:ext cx="4463796" cy="3051048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591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</a:rPr>
              <a:t>Will</a:t>
            </a:r>
            <a:r>
              <a:rPr sz="2400" spc="-40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AI</a:t>
            </a:r>
            <a:r>
              <a:rPr sz="2400" spc="-65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Replace</a:t>
            </a:r>
            <a:r>
              <a:rPr sz="2400" spc="-70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Jobs</a:t>
            </a:r>
            <a:r>
              <a:rPr sz="2400" spc="-75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/</a:t>
            </a:r>
            <a:r>
              <a:rPr sz="2400" spc="-65" dirty="0">
                <a:solidFill>
                  <a:srgbClr val="333333"/>
                </a:solidFill>
              </a:rPr>
              <a:t> </a:t>
            </a:r>
            <a:r>
              <a:rPr sz="2400" spc="-10" dirty="0">
                <a:solidFill>
                  <a:srgbClr val="333333"/>
                </a:solidFill>
              </a:rPr>
              <a:t>employees?</a:t>
            </a:r>
            <a:endParaRPr sz="240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7283" y="260731"/>
            <a:ext cx="5105400" cy="535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50" b="0" spc="-35" dirty="0">
                <a:solidFill>
                  <a:srgbClr val="000000"/>
                </a:solidFill>
                <a:latin typeface="Calibri Light"/>
                <a:cs typeface="Calibri Light"/>
              </a:rPr>
              <a:t>Gen-</a:t>
            </a:r>
            <a:r>
              <a:rPr sz="3350" b="0" dirty="0">
                <a:solidFill>
                  <a:srgbClr val="000000"/>
                </a:solidFill>
                <a:latin typeface="Calibri Light"/>
                <a:cs typeface="Calibri Light"/>
              </a:rPr>
              <a:t>AI</a:t>
            </a:r>
            <a:r>
              <a:rPr sz="3350" b="0" spc="-9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b="0" spc="-70" dirty="0">
                <a:solidFill>
                  <a:srgbClr val="000000"/>
                </a:solidFill>
                <a:latin typeface="Calibri Light"/>
                <a:cs typeface="Calibri Light"/>
              </a:rPr>
              <a:t>Tools</a:t>
            </a:r>
            <a:r>
              <a:rPr sz="3350" b="0" spc="-15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b="0" dirty="0">
                <a:solidFill>
                  <a:srgbClr val="000000"/>
                </a:solidFill>
                <a:latin typeface="Calibri Light"/>
                <a:cs typeface="Calibri Light"/>
              </a:rPr>
              <a:t>in</a:t>
            </a:r>
            <a:r>
              <a:rPr sz="3350" b="0" spc="-9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b="0" spc="-50" dirty="0">
                <a:solidFill>
                  <a:srgbClr val="000000"/>
                </a:solidFill>
                <a:latin typeface="Calibri Light"/>
                <a:cs typeface="Calibri Light"/>
              </a:rPr>
              <a:t>Work</a:t>
            </a:r>
            <a:r>
              <a:rPr sz="3350" b="0" spc="-15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b="0" spc="-10" dirty="0">
                <a:solidFill>
                  <a:srgbClr val="000000"/>
                </a:solidFill>
                <a:latin typeface="Calibri Light"/>
                <a:cs typeface="Calibri Light"/>
              </a:rPr>
              <a:t>Statistics</a:t>
            </a:r>
            <a:endParaRPr sz="33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16863" y="995172"/>
            <a:ext cx="5270500" cy="4455160"/>
            <a:chOff x="816863" y="995172"/>
            <a:chExt cx="5270500" cy="44551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387" y="995172"/>
              <a:ext cx="5268468" cy="27630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863" y="3747516"/>
              <a:ext cx="3223260" cy="170230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38606" y="5601411"/>
            <a:ext cx="439483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latin typeface="Calibri"/>
                <a:cs typeface="Calibri"/>
              </a:rPr>
              <a:t>2024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Work</a:t>
            </a:r>
            <a:r>
              <a:rPr sz="1250" spc="-55" dirty="0">
                <a:latin typeface="Calibri"/>
                <a:cs typeface="Calibri"/>
              </a:rPr>
              <a:t> </a:t>
            </a:r>
            <a:r>
              <a:rPr sz="1250" spc="-25" dirty="0">
                <a:latin typeface="Calibri"/>
                <a:cs typeface="Calibri"/>
              </a:rPr>
              <a:t>Trend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Index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Annual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Report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from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Microsoft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LinkedIn:</a:t>
            </a:r>
            <a:endParaRPr sz="1250">
              <a:latin typeface="Calibri"/>
              <a:cs typeface="Calibri"/>
            </a:endParaRPr>
          </a:p>
          <a:p>
            <a:pPr marR="190500" algn="ctr">
              <a:lnSpc>
                <a:spcPct val="100000"/>
              </a:lnSpc>
            </a:pPr>
            <a:r>
              <a:rPr sz="1250" dirty="0">
                <a:latin typeface="Calibri"/>
                <a:cs typeface="Calibri"/>
              </a:rPr>
              <a:t>AI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In </a:t>
            </a:r>
            <a:r>
              <a:rPr sz="1250" spc="-20" dirty="0">
                <a:latin typeface="Calibri"/>
                <a:cs typeface="Calibri"/>
              </a:rPr>
              <a:t>Work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72784" y="995172"/>
            <a:ext cx="5243830" cy="3863340"/>
            <a:chOff x="6272784" y="995172"/>
            <a:chExt cx="5243830" cy="386334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84976" y="1008888"/>
              <a:ext cx="5145024" cy="383743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278880" y="1001268"/>
              <a:ext cx="5231765" cy="3851275"/>
            </a:xfrm>
            <a:custGeom>
              <a:avLst/>
              <a:gdLst/>
              <a:ahLst/>
              <a:cxnLst/>
              <a:rect l="l" t="t" r="r" b="b"/>
              <a:pathLst>
                <a:path w="5231765" h="3851275">
                  <a:moveTo>
                    <a:pt x="0" y="3850766"/>
                  </a:moveTo>
                  <a:lnTo>
                    <a:pt x="5231510" y="3850766"/>
                  </a:lnTo>
                  <a:lnTo>
                    <a:pt x="5231510" y="0"/>
                  </a:lnTo>
                  <a:lnTo>
                    <a:pt x="0" y="0"/>
                  </a:lnTo>
                  <a:lnTo>
                    <a:pt x="0" y="385076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55723" y="6116828"/>
            <a:ext cx="84239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Nielsen</a:t>
            </a:r>
            <a:r>
              <a:rPr sz="2400" b="1" u="sng" spc="-7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2400" b="1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Norman</a:t>
            </a:r>
            <a:r>
              <a:rPr sz="2400" b="1" u="sng" spc="-12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2400" b="1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Group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AI</a:t>
            </a:r>
            <a:r>
              <a:rPr sz="2400" b="1" u="sng" spc="-7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400" b="1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Improves</a:t>
            </a:r>
            <a:r>
              <a:rPr sz="2400" b="1" u="sng" spc="-7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400" b="1" u="sng" spc="-2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Employee</a:t>
            </a:r>
            <a:r>
              <a:rPr sz="2400" b="1" u="sng" spc="-8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400" b="1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Productivity</a:t>
            </a:r>
            <a:r>
              <a:rPr sz="2400" b="1" u="sng" spc="-9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400" b="1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by</a:t>
            </a:r>
            <a:r>
              <a:rPr sz="2400" b="1" u="sng" spc="-4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400" b="1" u="sng" spc="-2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66%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4437" y="632988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78787"/>
                </a:solidFill>
                <a:latin typeface="Calibri Light"/>
                <a:cs typeface="Calibri Light"/>
              </a:rPr>
              <a:t>8</a:t>
            </a:r>
            <a:endParaRPr sz="12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5" y="557783"/>
            <a:ext cx="11868912" cy="57424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4835" y="6456679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7D7D7D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65759"/>
            <a:ext cx="9358630" cy="681355"/>
          </a:xfrm>
          <a:custGeom>
            <a:avLst/>
            <a:gdLst/>
            <a:ahLst/>
            <a:cxnLst/>
            <a:rect l="l" t="t" r="r" b="b"/>
            <a:pathLst>
              <a:path w="9358630" h="681355">
                <a:moveTo>
                  <a:pt x="9081770" y="0"/>
                </a:moveTo>
                <a:lnTo>
                  <a:pt x="0" y="0"/>
                </a:lnTo>
                <a:lnTo>
                  <a:pt x="0" y="680974"/>
                </a:lnTo>
                <a:lnTo>
                  <a:pt x="9081770" y="680974"/>
                </a:lnTo>
                <a:lnTo>
                  <a:pt x="9126855" y="676910"/>
                </a:lnTo>
                <a:lnTo>
                  <a:pt x="9169527" y="664717"/>
                </a:lnTo>
                <a:lnTo>
                  <a:pt x="9209278" y="645287"/>
                </a:lnTo>
                <a:lnTo>
                  <a:pt x="9245600" y="619251"/>
                </a:lnTo>
                <a:lnTo>
                  <a:pt x="9277731" y="587120"/>
                </a:lnTo>
                <a:lnTo>
                  <a:pt x="9305417" y="549655"/>
                </a:lnTo>
                <a:lnTo>
                  <a:pt x="9327896" y="507618"/>
                </a:lnTo>
                <a:lnTo>
                  <a:pt x="9344660" y="461390"/>
                </a:lnTo>
                <a:lnTo>
                  <a:pt x="9355074" y="411734"/>
                </a:lnTo>
                <a:lnTo>
                  <a:pt x="9358630" y="359410"/>
                </a:lnTo>
                <a:lnTo>
                  <a:pt x="9358630" y="318897"/>
                </a:lnTo>
                <a:lnTo>
                  <a:pt x="9355074" y="267335"/>
                </a:lnTo>
                <a:lnTo>
                  <a:pt x="9344660" y="218312"/>
                </a:lnTo>
                <a:lnTo>
                  <a:pt x="9327896" y="172592"/>
                </a:lnTo>
                <a:lnTo>
                  <a:pt x="9305417" y="130810"/>
                </a:lnTo>
                <a:lnTo>
                  <a:pt x="9277731" y="93599"/>
                </a:lnTo>
                <a:lnTo>
                  <a:pt x="9245600" y="61722"/>
                </a:lnTo>
                <a:lnTo>
                  <a:pt x="9209278" y="35687"/>
                </a:lnTo>
                <a:lnTo>
                  <a:pt x="9169527" y="16255"/>
                </a:lnTo>
                <a:lnTo>
                  <a:pt x="9126855" y="4190"/>
                </a:lnTo>
                <a:lnTo>
                  <a:pt x="908177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62115"/>
            <a:ext cx="12187427" cy="59435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404604" y="367283"/>
            <a:ext cx="2787650" cy="644525"/>
          </a:xfrm>
          <a:custGeom>
            <a:avLst/>
            <a:gdLst/>
            <a:ahLst/>
            <a:cxnLst/>
            <a:rect l="l" t="t" r="r" b="b"/>
            <a:pathLst>
              <a:path w="2787650" h="644525">
                <a:moveTo>
                  <a:pt x="154686" y="338328"/>
                </a:moveTo>
                <a:lnTo>
                  <a:pt x="0" y="338328"/>
                </a:lnTo>
                <a:lnTo>
                  <a:pt x="0" y="644271"/>
                </a:lnTo>
                <a:lnTo>
                  <a:pt x="48387" y="636524"/>
                </a:lnTo>
                <a:lnTo>
                  <a:pt x="90805" y="614807"/>
                </a:lnTo>
                <a:lnTo>
                  <a:pt x="124460" y="581660"/>
                </a:lnTo>
                <a:lnTo>
                  <a:pt x="146685" y="539242"/>
                </a:lnTo>
                <a:lnTo>
                  <a:pt x="154686" y="489966"/>
                </a:lnTo>
                <a:lnTo>
                  <a:pt x="154686" y="338328"/>
                </a:lnTo>
                <a:close/>
              </a:path>
              <a:path w="2787650" h="644525">
                <a:moveTo>
                  <a:pt x="154686" y="8128"/>
                </a:moveTo>
                <a:lnTo>
                  <a:pt x="0" y="8128"/>
                </a:lnTo>
                <a:lnTo>
                  <a:pt x="0" y="313944"/>
                </a:lnTo>
                <a:lnTo>
                  <a:pt x="48387" y="306197"/>
                </a:lnTo>
                <a:lnTo>
                  <a:pt x="90805" y="284607"/>
                </a:lnTo>
                <a:lnTo>
                  <a:pt x="124460" y="251460"/>
                </a:lnTo>
                <a:lnTo>
                  <a:pt x="146685" y="209042"/>
                </a:lnTo>
                <a:lnTo>
                  <a:pt x="154686" y="159639"/>
                </a:lnTo>
                <a:lnTo>
                  <a:pt x="154686" y="8128"/>
                </a:lnTo>
                <a:close/>
              </a:path>
              <a:path w="2787650" h="644525">
                <a:moveTo>
                  <a:pt x="333883" y="338328"/>
                </a:moveTo>
                <a:lnTo>
                  <a:pt x="179197" y="338328"/>
                </a:lnTo>
                <a:lnTo>
                  <a:pt x="179197" y="644271"/>
                </a:lnTo>
                <a:lnTo>
                  <a:pt x="227584" y="636524"/>
                </a:lnTo>
                <a:lnTo>
                  <a:pt x="270002" y="614807"/>
                </a:lnTo>
                <a:lnTo>
                  <a:pt x="303657" y="581660"/>
                </a:lnTo>
                <a:lnTo>
                  <a:pt x="325882" y="539242"/>
                </a:lnTo>
                <a:lnTo>
                  <a:pt x="333883" y="489966"/>
                </a:lnTo>
                <a:lnTo>
                  <a:pt x="333883" y="338328"/>
                </a:lnTo>
                <a:close/>
              </a:path>
              <a:path w="2787650" h="644525">
                <a:moveTo>
                  <a:pt x="333883" y="8128"/>
                </a:moveTo>
                <a:lnTo>
                  <a:pt x="179197" y="8128"/>
                </a:lnTo>
                <a:lnTo>
                  <a:pt x="179197" y="159639"/>
                </a:lnTo>
                <a:lnTo>
                  <a:pt x="186944" y="209042"/>
                </a:lnTo>
                <a:lnTo>
                  <a:pt x="208661" y="251460"/>
                </a:lnTo>
                <a:lnTo>
                  <a:pt x="241935" y="284607"/>
                </a:lnTo>
                <a:lnTo>
                  <a:pt x="284480" y="306197"/>
                </a:lnTo>
                <a:lnTo>
                  <a:pt x="333883" y="313944"/>
                </a:lnTo>
                <a:lnTo>
                  <a:pt x="333883" y="8128"/>
                </a:lnTo>
                <a:close/>
              </a:path>
              <a:path w="2787650" h="644525">
                <a:moveTo>
                  <a:pt x="510413" y="338328"/>
                </a:moveTo>
                <a:lnTo>
                  <a:pt x="462026" y="346329"/>
                </a:lnTo>
                <a:lnTo>
                  <a:pt x="419608" y="368554"/>
                </a:lnTo>
                <a:lnTo>
                  <a:pt x="385826" y="402082"/>
                </a:lnTo>
                <a:lnTo>
                  <a:pt x="363601" y="444373"/>
                </a:lnTo>
                <a:lnTo>
                  <a:pt x="355600" y="492633"/>
                </a:lnTo>
                <a:lnTo>
                  <a:pt x="355600" y="644271"/>
                </a:lnTo>
                <a:lnTo>
                  <a:pt x="510413" y="644271"/>
                </a:lnTo>
                <a:lnTo>
                  <a:pt x="510413" y="338328"/>
                </a:lnTo>
                <a:close/>
              </a:path>
              <a:path w="2787650" h="644525">
                <a:moveTo>
                  <a:pt x="510413" y="162433"/>
                </a:moveTo>
                <a:lnTo>
                  <a:pt x="502666" y="114173"/>
                </a:lnTo>
                <a:lnTo>
                  <a:pt x="480949" y="71882"/>
                </a:lnTo>
                <a:lnTo>
                  <a:pt x="447675" y="38227"/>
                </a:lnTo>
                <a:lnTo>
                  <a:pt x="405130" y="16129"/>
                </a:lnTo>
                <a:lnTo>
                  <a:pt x="355600" y="8128"/>
                </a:lnTo>
                <a:lnTo>
                  <a:pt x="355600" y="313944"/>
                </a:lnTo>
                <a:lnTo>
                  <a:pt x="510413" y="313944"/>
                </a:lnTo>
                <a:lnTo>
                  <a:pt x="510413" y="162433"/>
                </a:lnTo>
                <a:close/>
              </a:path>
              <a:path w="2787650" h="644525">
                <a:moveTo>
                  <a:pt x="686816" y="492633"/>
                </a:moveTo>
                <a:lnTo>
                  <a:pt x="678815" y="444373"/>
                </a:lnTo>
                <a:lnTo>
                  <a:pt x="656590" y="402082"/>
                </a:lnTo>
                <a:lnTo>
                  <a:pt x="622935" y="368554"/>
                </a:lnTo>
                <a:lnTo>
                  <a:pt x="580517" y="346329"/>
                </a:lnTo>
                <a:lnTo>
                  <a:pt x="532130" y="338328"/>
                </a:lnTo>
                <a:lnTo>
                  <a:pt x="532130" y="644271"/>
                </a:lnTo>
                <a:lnTo>
                  <a:pt x="686816" y="644271"/>
                </a:lnTo>
                <a:lnTo>
                  <a:pt x="686816" y="492633"/>
                </a:lnTo>
                <a:close/>
              </a:path>
              <a:path w="2787650" h="644525">
                <a:moveTo>
                  <a:pt x="686816" y="8128"/>
                </a:moveTo>
                <a:lnTo>
                  <a:pt x="637413" y="16129"/>
                </a:lnTo>
                <a:lnTo>
                  <a:pt x="594868" y="38227"/>
                </a:lnTo>
                <a:lnTo>
                  <a:pt x="561594" y="71882"/>
                </a:lnTo>
                <a:lnTo>
                  <a:pt x="539877" y="114173"/>
                </a:lnTo>
                <a:lnTo>
                  <a:pt x="532130" y="162433"/>
                </a:lnTo>
                <a:lnTo>
                  <a:pt x="532130" y="313944"/>
                </a:lnTo>
                <a:lnTo>
                  <a:pt x="686816" y="313944"/>
                </a:lnTo>
                <a:lnTo>
                  <a:pt x="686816" y="8128"/>
                </a:lnTo>
                <a:close/>
              </a:path>
              <a:path w="2787650" h="644525">
                <a:moveTo>
                  <a:pt x="860679" y="492633"/>
                </a:moveTo>
                <a:lnTo>
                  <a:pt x="852932" y="444373"/>
                </a:lnTo>
                <a:lnTo>
                  <a:pt x="831215" y="402082"/>
                </a:lnTo>
                <a:lnTo>
                  <a:pt x="797814" y="368554"/>
                </a:lnTo>
                <a:lnTo>
                  <a:pt x="755269" y="346329"/>
                </a:lnTo>
                <a:lnTo>
                  <a:pt x="705866" y="338328"/>
                </a:lnTo>
                <a:lnTo>
                  <a:pt x="705866" y="644271"/>
                </a:lnTo>
                <a:lnTo>
                  <a:pt x="860679" y="644271"/>
                </a:lnTo>
                <a:lnTo>
                  <a:pt x="860679" y="492633"/>
                </a:lnTo>
                <a:close/>
              </a:path>
              <a:path w="2787650" h="644525">
                <a:moveTo>
                  <a:pt x="863346" y="8128"/>
                </a:moveTo>
                <a:lnTo>
                  <a:pt x="708533" y="8128"/>
                </a:lnTo>
                <a:lnTo>
                  <a:pt x="708533" y="313944"/>
                </a:lnTo>
                <a:lnTo>
                  <a:pt x="757047" y="306197"/>
                </a:lnTo>
                <a:lnTo>
                  <a:pt x="799465" y="284607"/>
                </a:lnTo>
                <a:lnTo>
                  <a:pt x="833120" y="251460"/>
                </a:lnTo>
                <a:lnTo>
                  <a:pt x="855345" y="209042"/>
                </a:lnTo>
                <a:lnTo>
                  <a:pt x="863346" y="159639"/>
                </a:lnTo>
                <a:lnTo>
                  <a:pt x="863346" y="8128"/>
                </a:lnTo>
                <a:close/>
              </a:path>
              <a:path w="2787650" h="644525">
                <a:moveTo>
                  <a:pt x="1037082" y="338328"/>
                </a:moveTo>
                <a:lnTo>
                  <a:pt x="882396" y="338328"/>
                </a:lnTo>
                <a:lnTo>
                  <a:pt x="882396" y="489966"/>
                </a:lnTo>
                <a:lnTo>
                  <a:pt x="890397" y="539242"/>
                </a:lnTo>
                <a:lnTo>
                  <a:pt x="912622" y="581660"/>
                </a:lnTo>
                <a:lnTo>
                  <a:pt x="946277" y="614807"/>
                </a:lnTo>
                <a:lnTo>
                  <a:pt x="988695" y="636524"/>
                </a:lnTo>
                <a:lnTo>
                  <a:pt x="1037082" y="644271"/>
                </a:lnTo>
                <a:lnTo>
                  <a:pt x="1037082" y="338328"/>
                </a:lnTo>
                <a:close/>
              </a:path>
              <a:path w="2787650" h="644525">
                <a:moveTo>
                  <a:pt x="1037082" y="162433"/>
                </a:moveTo>
                <a:lnTo>
                  <a:pt x="1029335" y="114173"/>
                </a:lnTo>
                <a:lnTo>
                  <a:pt x="1007618" y="71882"/>
                </a:lnTo>
                <a:lnTo>
                  <a:pt x="974344" y="38227"/>
                </a:lnTo>
                <a:lnTo>
                  <a:pt x="931799" y="16129"/>
                </a:lnTo>
                <a:lnTo>
                  <a:pt x="882396" y="8128"/>
                </a:lnTo>
                <a:lnTo>
                  <a:pt x="882396" y="313944"/>
                </a:lnTo>
                <a:lnTo>
                  <a:pt x="1037082" y="313944"/>
                </a:lnTo>
                <a:lnTo>
                  <a:pt x="1037082" y="162433"/>
                </a:lnTo>
                <a:close/>
              </a:path>
              <a:path w="2787650" h="644525">
                <a:moveTo>
                  <a:pt x="1213612" y="338328"/>
                </a:moveTo>
                <a:lnTo>
                  <a:pt x="1058799" y="338328"/>
                </a:lnTo>
                <a:lnTo>
                  <a:pt x="1058799" y="644271"/>
                </a:lnTo>
                <a:lnTo>
                  <a:pt x="1107186" y="636524"/>
                </a:lnTo>
                <a:lnTo>
                  <a:pt x="1149604" y="614807"/>
                </a:lnTo>
                <a:lnTo>
                  <a:pt x="1183386" y="581660"/>
                </a:lnTo>
                <a:lnTo>
                  <a:pt x="1205611" y="539242"/>
                </a:lnTo>
                <a:lnTo>
                  <a:pt x="1213612" y="489966"/>
                </a:lnTo>
                <a:lnTo>
                  <a:pt x="1213612" y="338328"/>
                </a:lnTo>
                <a:close/>
              </a:path>
              <a:path w="2787650" h="644525">
                <a:moveTo>
                  <a:pt x="1213612" y="8128"/>
                </a:moveTo>
                <a:lnTo>
                  <a:pt x="1058799" y="8128"/>
                </a:lnTo>
                <a:lnTo>
                  <a:pt x="1058799" y="159639"/>
                </a:lnTo>
                <a:lnTo>
                  <a:pt x="1066546" y="209042"/>
                </a:lnTo>
                <a:lnTo>
                  <a:pt x="1088263" y="251460"/>
                </a:lnTo>
                <a:lnTo>
                  <a:pt x="1121537" y="284607"/>
                </a:lnTo>
                <a:lnTo>
                  <a:pt x="1164082" y="306197"/>
                </a:lnTo>
                <a:lnTo>
                  <a:pt x="1213612" y="313944"/>
                </a:lnTo>
                <a:lnTo>
                  <a:pt x="1213612" y="8128"/>
                </a:lnTo>
                <a:close/>
              </a:path>
              <a:path w="2787650" h="644525">
                <a:moveTo>
                  <a:pt x="1390015" y="338328"/>
                </a:moveTo>
                <a:lnTo>
                  <a:pt x="1235329" y="338328"/>
                </a:lnTo>
                <a:lnTo>
                  <a:pt x="1235329" y="644271"/>
                </a:lnTo>
                <a:lnTo>
                  <a:pt x="1283716" y="636524"/>
                </a:lnTo>
                <a:lnTo>
                  <a:pt x="1326134" y="614807"/>
                </a:lnTo>
                <a:lnTo>
                  <a:pt x="1359789" y="581660"/>
                </a:lnTo>
                <a:lnTo>
                  <a:pt x="1382014" y="539242"/>
                </a:lnTo>
                <a:lnTo>
                  <a:pt x="1390015" y="489966"/>
                </a:lnTo>
                <a:lnTo>
                  <a:pt x="1390015" y="338328"/>
                </a:lnTo>
                <a:close/>
              </a:path>
              <a:path w="2787650" h="644525">
                <a:moveTo>
                  <a:pt x="1390015" y="8128"/>
                </a:moveTo>
                <a:lnTo>
                  <a:pt x="1235329" y="8128"/>
                </a:lnTo>
                <a:lnTo>
                  <a:pt x="1235329" y="313944"/>
                </a:lnTo>
                <a:lnTo>
                  <a:pt x="1283716" y="306197"/>
                </a:lnTo>
                <a:lnTo>
                  <a:pt x="1326134" y="284607"/>
                </a:lnTo>
                <a:lnTo>
                  <a:pt x="1359789" y="251460"/>
                </a:lnTo>
                <a:lnTo>
                  <a:pt x="1382014" y="209042"/>
                </a:lnTo>
                <a:lnTo>
                  <a:pt x="1390015" y="159639"/>
                </a:lnTo>
                <a:lnTo>
                  <a:pt x="1390015" y="8128"/>
                </a:lnTo>
                <a:close/>
              </a:path>
              <a:path w="2787650" h="644525">
                <a:moveTo>
                  <a:pt x="1569212" y="338328"/>
                </a:moveTo>
                <a:lnTo>
                  <a:pt x="1520825" y="346329"/>
                </a:lnTo>
                <a:lnTo>
                  <a:pt x="1478407" y="368554"/>
                </a:lnTo>
                <a:lnTo>
                  <a:pt x="1444752" y="402082"/>
                </a:lnTo>
                <a:lnTo>
                  <a:pt x="1422527" y="444373"/>
                </a:lnTo>
                <a:lnTo>
                  <a:pt x="1414399" y="492633"/>
                </a:lnTo>
                <a:lnTo>
                  <a:pt x="1414399" y="644271"/>
                </a:lnTo>
                <a:lnTo>
                  <a:pt x="1569212" y="644271"/>
                </a:lnTo>
                <a:lnTo>
                  <a:pt x="1569212" y="338328"/>
                </a:lnTo>
                <a:close/>
              </a:path>
              <a:path w="2787650" h="644525">
                <a:moveTo>
                  <a:pt x="1569212" y="162433"/>
                </a:moveTo>
                <a:lnTo>
                  <a:pt x="1561465" y="114173"/>
                </a:lnTo>
                <a:lnTo>
                  <a:pt x="1539748" y="71882"/>
                </a:lnTo>
                <a:lnTo>
                  <a:pt x="1506474" y="38227"/>
                </a:lnTo>
                <a:lnTo>
                  <a:pt x="1463929" y="16129"/>
                </a:lnTo>
                <a:lnTo>
                  <a:pt x="1414399" y="8128"/>
                </a:lnTo>
                <a:lnTo>
                  <a:pt x="1414399" y="313944"/>
                </a:lnTo>
                <a:lnTo>
                  <a:pt x="1569212" y="313944"/>
                </a:lnTo>
                <a:lnTo>
                  <a:pt x="1569212" y="162433"/>
                </a:lnTo>
                <a:close/>
              </a:path>
              <a:path w="2787650" h="644525">
                <a:moveTo>
                  <a:pt x="1751076" y="338328"/>
                </a:moveTo>
                <a:lnTo>
                  <a:pt x="1596390" y="338328"/>
                </a:lnTo>
                <a:lnTo>
                  <a:pt x="1596390" y="644271"/>
                </a:lnTo>
                <a:lnTo>
                  <a:pt x="1644777" y="636524"/>
                </a:lnTo>
                <a:lnTo>
                  <a:pt x="1687195" y="614807"/>
                </a:lnTo>
                <a:lnTo>
                  <a:pt x="1720850" y="581660"/>
                </a:lnTo>
                <a:lnTo>
                  <a:pt x="1743075" y="539242"/>
                </a:lnTo>
                <a:lnTo>
                  <a:pt x="1751076" y="489966"/>
                </a:lnTo>
                <a:lnTo>
                  <a:pt x="1751076" y="338328"/>
                </a:lnTo>
                <a:close/>
              </a:path>
              <a:path w="2787650" h="644525">
                <a:moveTo>
                  <a:pt x="1751076" y="8128"/>
                </a:moveTo>
                <a:lnTo>
                  <a:pt x="1596390" y="8128"/>
                </a:lnTo>
                <a:lnTo>
                  <a:pt x="1596390" y="159639"/>
                </a:lnTo>
                <a:lnTo>
                  <a:pt x="1604137" y="209042"/>
                </a:lnTo>
                <a:lnTo>
                  <a:pt x="1625727" y="251460"/>
                </a:lnTo>
                <a:lnTo>
                  <a:pt x="1659128" y="284607"/>
                </a:lnTo>
                <a:lnTo>
                  <a:pt x="1701673" y="306197"/>
                </a:lnTo>
                <a:lnTo>
                  <a:pt x="1751076" y="313944"/>
                </a:lnTo>
                <a:lnTo>
                  <a:pt x="1751076" y="8128"/>
                </a:lnTo>
                <a:close/>
              </a:path>
              <a:path w="2787650" h="644525">
                <a:moveTo>
                  <a:pt x="1927606" y="338328"/>
                </a:moveTo>
                <a:lnTo>
                  <a:pt x="1879219" y="346329"/>
                </a:lnTo>
                <a:lnTo>
                  <a:pt x="1836801" y="368554"/>
                </a:lnTo>
                <a:lnTo>
                  <a:pt x="1803019" y="402082"/>
                </a:lnTo>
                <a:lnTo>
                  <a:pt x="1780794" y="444373"/>
                </a:lnTo>
                <a:lnTo>
                  <a:pt x="1772793" y="492633"/>
                </a:lnTo>
                <a:lnTo>
                  <a:pt x="1772793" y="644271"/>
                </a:lnTo>
                <a:lnTo>
                  <a:pt x="1927606" y="644271"/>
                </a:lnTo>
                <a:lnTo>
                  <a:pt x="1927606" y="338328"/>
                </a:lnTo>
                <a:close/>
              </a:path>
              <a:path w="2787650" h="644525">
                <a:moveTo>
                  <a:pt x="1927606" y="151638"/>
                </a:moveTo>
                <a:lnTo>
                  <a:pt x="1919605" y="103632"/>
                </a:lnTo>
                <a:lnTo>
                  <a:pt x="1897380" y="61976"/>
                </a:lnTo>
                <a:lnTo>
                  <a:pt x="1863598" y="29210"/>
                </a:lnTo>
                <a:lnTo>
                  <a:pt x="1821180" y="7747"/>
                </a:lnTo>
                <a:lnTo>
                  <a:pt x="1772793" y="0"/>
                </a:lnTo>
                <a:lnTo>
                  <a:pt x="1772793" y="303149"/>
                </a:lnTo>
                <a:lnTo>
                  <a:pt x="1927606" y="303149"/>
                </a:lnTo>
                <a:lnTo>
                  <a:pt x="1927606" y="151638"/>
                </a:lnTo>
                <a:close/>
              </a:path>
              <a:path w="2787650" h="644525">
                <a:moveTo>
                  <a:pt x="2104009" y="492633"/>
                </a:moveTo>
                <a:lnTo>
                  <a:pt x="2096008" y="444373"/>
                </a:lnTo>
                <a:lnTo>
                  <a:pt x="2073783" y="402082"/>
                </a:lnTo>
                <a:lnTo>
                  <a:pt x="2040128" y="368554"/>
                </a:lnTo>
                <a:lnTo>
                  <a:pt x="1997710" y="346329"/>
                </a:lnTo>
                <a:lnTo>
                  <a:pt x="1949323" y="338328"/>
                </a:lnTo>
                <a:lnTo>
                  <a:pt x="1949323" y="644271"/>
                </a:lnTo>
                <a:lnTo>
                  <a:pt x="2104009" y="644271"/>
                </a:lnTo>
                <a:lnTo>
                  <a:pt x="2104009" y="492633"/>
                </a:lnTo>
                <a:close/>
              </a:path>
              <a:path w="2787650" h="644525">
                <a:moveTo>
                  <a:pt x="2104009" y="0"/>
                </a:moveTo>
                <a:lnTo>
                  <a:pt x="2054606" y="7747"/>
                </a:lnTo>
                <a:lnTo>
                  <a:pt x="2012061" y="29210"/>
                </a:lnTo>
                <a:lnTo>
                  <a:pt x="1978787" y="61976"/>
                </a:lnTo>
                <a:lnTo>
                  <a:pt x="1957070" y="103632"/>
                </a:lnTo>
                <a:lnTo>
                  <a:pt x="1949323" y="151638"/>
                </a:lnTo>
                <a:lnTo>
                  <a:pt x="1949323" y="303149"/>
                </a:lnTo>
                <a:lnTo>
                  <a:pt x="2104009" y="303149"/>
                </a:lnTo>
                <a:lnTo>
                  <a:pt x="2104009" y="0"/>
                </a:lnTo>
                <a:close/>
              </a:path>
              <a:path w="2787650" h="644525">
                <a:moveTo>
                  <a:pt x="2277745" y="492633"/>
                </a:moveTo>
                <a:lnTo>
                  <a:pt x="2269744" y="444373"/>
                </a:lnTo>
                <a:lnTo>
                  <a:pt x="2247519" y="402082"/>
                </a:lnTo>
                <a:lnTo>
                  <a:pt x="2213864" y="368554"/>
                </a:lnTo>
                <a:lnTo>
                  <a:pt x="2171446" y="346329"/>
                </a:lnTo>
                <a:lnTo>
                  <a:pt x="2122932" y="338328"/>
                </a:lnTo>
                <a:lnTo>
                  <a:pt x="2123059" y="644271"/>
                </a:lnTo>
                <a:lnTo>
                  <a:pt x="2277745" y="644271"/>
                </a:lnTo>
                <a:lnTo>
                  <a:pt x="2277745" y="492633"/>
                </a:lnTo>
                <a:close/>
              </a:path>
              <a:path w="2787650" h="644525">
                <a:moveTo>
                  <a:pt x="2280539" y="0"/>
                </a:moveTo>
                <a:lnTo>
                  <a:pt x="2125726" y="0"/>
                </a:lnTo>
                <a:lnTo>
                  <a:pt x="2125726" y="303149"/>
                </a:lnTo>
                <a:lnTo>
                  <a:pt x="2174240" y="295402"/>
                </a:lnTo>
                <a:lnTo>
                  <a:pt x="2216658" y="273939"/>
                </a:lnTo>
                <a:lnTo>
                  <a:pt x="2250313" y="241173"/>
                </a:lnTo>
                <a:lnTo>
                  <a:pt x="2272538" y="199517"/>
                </a:lnTo>
                <a:lnTo>
                  <a:pt x="2280539" y="151638"/>
                </a:lnTo>
                <a:lnTo>
                  <a:pt x="2280539" y="0"/>
                </a:lnTo>
                <a:close/>
              </a:path>
              <a:path w="2787650" h="644525">
                <a:moveTo>
                  <a:pt x="2454275" y="338328"/>
                </a:moveTo>
                <a:lnTo>
                  <a:pt x="2299462" y="338328"/>
                </a:lnTo>
                <a:lnTo>
                  <a:pt x="2299462" y="489966"/>
                </a:lnTo>
                <a:lnTo>
                  <a:pt x="2307463" y="539242"/>
                </a:lnTo>
                <a:lnTo>
                  <a:pt x="2329688" y="581660"/>
                </a:lnTo>
                <a:lnTo>
                  <a:pt x="2363470" y="614807"/>
                </a:lnTo>
                <a:lnTo>
                  <a:pt x="2405888" y="636524"/>
                </a:lnTo>
                <a:lnTo>
                  <a:pt x="2454275" y="644271"/>
                </a:lnTo>
                <a:lnTo>
                  <a:pt x="2454275" y="338328"/>
                </a:lnTo>
                <a:close/>
              </a:path>
              <a:path w="2787650" h="644525">
                <a:moveTo>
                  <a:pt x="2454275" y="151638"/>
                </a:moveTo>
                <a:lnTo>
                  <a:pt x="2446274" y="103632"/>
                </a:lnTo>
                <a:lnTo>
                  <a:pt x="2424049" y="61976"/>
                </a:lnTo>
                <a:lnTo>
                  <a:pt x="2390267" y="29210"/>
                </a:lnTo>
                <a:lnTo>
                  <a:pt x="2347849" y="7747"/>
                </a:lnTo>
                <a:lnTo>
                  <a:pt x="2299462" y="0"/>
                </a:lnTo>
                <a:lnTo>
                  <a:pt x="2299462" y="303149"/>
                </a:lnTo>
                <a:lnTo>
                  <a:pt x="2454275" y="303149"/>
                </a:lnTo>
                <a:lnTo>
                  <a:pt x="2454275" y="151638"/>
                </a:lnTo>
                <a:close/>
              </a:path>
              <a:path w="2787650" h="644525">
                <a:moveTo>
                  <a:pt x="2630678" y="338328"/>
                </a:moveTo>
                <a:lnTo>
                  <a:pt x="2475992" y="338328"/>
                </a:lnTo>
                <a:lnTo>
                  <a:pt x="2475992" y="644271"/>
                </a:lnTo>
                <a:lnTo>
                  <a:pt x="2524379" y="636524"/>
                </a:lnTo>
                <a:lnTo>
                  <a:pt x="2566797" y="614807"/>
                </a:lnTo>
                <a:lnTo>
                  <a:pt x="2600452" y="581660"/>
                </a:lnTo>
                <a:lnTo>
                  <a:pt x="2622677" y="539242"/>
                </a:lnTo>
                <a:lnTo>
                  <a:pt x="2630678" y="489966"/>
                </a:lnTo>
                <a:lnTo>
                  <a:pt x="2630678" y="338328"/>
                </a:lnTo>
                <a:close/>
              </a:path>
              <a:path w="2787650" h="644525">
                <a:moveTo>
                  <a:pt x="2630678" y="0"/>
                </a:moveTo>
                <a:lnTo>
                  <a:pt x="2475992" y="0"/>
                </a:lnTo>
                <a:lnTo>
                  <a:pt x="2475992" y="151638"/>
                </a:lnTo>
                <a:lnTo>
                  <a:pt x="2483739" y="199517"/>
                </a:lnTo>
                <a:lnTo>
                  <a:pt x="2505456" y="241173"/>
                </a:lnTo>
                <a:lnTo>
                  <a:pt x="2538730" y="273939"/>
                </a:lnTo>
                <a:lnTo>
                  <a:pt x="2581275" y="295402"/>
                </a:lnTo>
                <a:lnTo>
                  <a:pt x="2630678" y="303149"/>
                </a:lnTo>
                <a:lnTo>
                  <a:pt x="2630678" y="0"/>
                </a:lnTo>
                <a:close/>
              </a:path>
              <a:path w="2787650" h="644525">
                <a:moveTo>
                  <a:pt x="2787269" y="338328"/>
                </a:moveTo>
                <a:lnTo>
                  <a:pt x="2652395" y="338328"/>
                </a:lnTo>
                <a:lnTo>
                  <a:pt x="2652395" y="644271"/>
                </a:lnTo>
                <a:lnTo>
                  <a:pt x="2700909" y="636524"/>
                </a:lnTo>
                <a:lnTo>
                  <a:pt x="2743327" y="614807"/>
                </a:lnTo>
                <a:lnTo>
                  <a:pt x="2776982" y="581660"/>
                </a:lnTo>
                <a:lnTo>
                  <a:pt x="2787269" y="561848"/>
                </a:lnTo>
                <a:lnTo>
                  <a:pt x="2787269" y="338328"/>
                </a:lnTo>
                <a:close/>
              </a:path>
              <a:path w="2787650" h="644525">
                <a:moveTo>
                  <a:pt x="2787269" y="0"/>
                </a:moveTo>
                <a:lnTo>
                  <a:pt x="2652395" y="0"/>
                </a:lnTo>
                <a:lnTo>
                  <a:pt x="2652395" y="303149"/>
                </a:lnTo>
                <a:lnTo>
                  <a:pt x="2700909" y="295402"/>
                </a:lnTo>
                <a:lnTo>
                  <a:pt x="2743327" y="273939"/>
                </a:lnTo>
                <a:lnTo>
                  <a:pt x="2776982" y="241173"/>
                </a:lnTo>
                <a:lnTo>
                  <a:pt x="2787269" y="221742"/>
                </a:lnTo>
                <a:lnTo>
                  <a:pt x="2787269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Sample</a:t>
            </a:r>
            <a:r>
              <a:rPr sz="3600" spc="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GenAI</a:t>
            </a:r>
            <a:r>
              <a:rPr sz="3600" spc="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Freelancing</a:t>
            </a:r>
            <a:r>
              <a:rPr sz="3600" spc="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20" dirty="0">
                <a:solidFill>
                  <a:srgbClr val="FFFFFF"/>
                </a:solidFill>
                <a:latin typeface="Arial"/>
                <a:cs typeface="Arial"/>
              </a:rPr>
              <a:t>jobs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0809" y="995485"/>
            <a:ext cx="6473190" cy="5080635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485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1" spc="-10" dirty="0">
                <a:latin typeface="Segoe UI"/>
                <a:cs typeface="Segoe UI"/>
              </a:rPr>
              <a:t>Upwork</a:t>
            </a:r>
            <a:endParaRPr sz="2000">
              <a:latin typeface="Segoe UI"/>
              <a:cs typeface="Segoe UI"/>
            </a:endParaRPr>
          </a:p>
          <a:p>
            <a:pPr marL="926465" lvl="1" indent="-456565">
              <a:lnSpc>
                <a:spcPct val="100000"/>
              </a:lnSpc>
              <a:spcBef>
                <a:spcPts val="969"/>
              </a:spcBef>
              <a:buClr>
                <a:srgbClr val="000000"/>
              </a:buClr>
              <a:buFont typeface="Arial MT"/>
              <a:buChar char="•"/>
              <a:tabLst>
                <a:tab pos="926465" algn="l"/>
              </a:tabLst>
            </a:pP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3"/>
              </a:rPr>
              <a:t>AI</a:t>
            </a:r>
            <a:r>
              <a:rPr sz="1400" u="sng" spc="-5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3"/>
              </a:rPr>
              <a:t>Image</a:t>
            </a:r>
            <a:r>
              <a:rPr sz="1400" u="sng" spc="-3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2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3"/>
              </a:rPr>
              <a:t>Generation</a:t>
            </a:r>
            <a:r>
              <a:rPr sz="1400" u="sng" spc="-1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3"/>
              </a:rPr>
              <a:t>and</a:t>
            </a:r>
            <a:r>
              <a:rPr sz="1400" u="sng" spc="-2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2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3"/>
              </a:rPr>
              <a:t>Deepfake</a:t>
            </a:r>
            <a:r>
              <a:rPr sz="1400" u="sng" spc="-2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3"/>
              </a:rPr>
              <a:t>Model</a:t>
            </a:r>
            <a:r>
              <a:rPr sz="1400" u="sng" spc="-3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3"/>
              </a:rPr>
              <a:t>Creation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790"/>
              </a:spcBef>
              <a:buClr>
                <a:srgbClr val="000000"/>
              </a:buClr>
              <a:buFont typeface="Arial MT"/>
              <a:buChar char="•"/>
              <a:tabLst>
                <a:tab pos="926465" algn="l"/>
              </a:tabLst>
            </a:pP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4"/>
              </a:rPr>
              <a:t>AI</a:t>
            </a:r>
            <a:r>
              <a:rPr sz="1400" u="sng" spc="-5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4"/>
              </a:rPr>
              <a:t>developer</a:t>
            </a:r>
            <a:r>
              <a:rPr sz="1400" u="sng" spc="-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4"/>
              </a:rPr>
              <a:t>(rag</a:t>
            </a:r>
            <a:r>
              <a:rPr sz="1400" u="sng" spc="-4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4"/>
              </a:rPr>
              <a:t>+</a:t>
            </a:r>
            <a:r>
              <a:rPr sz="1400" u="sng" spc="-4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4"/>
              </a:rPr>
              <a:t>llm)</a:t>
            </a:r>
            <a:r>
              <a:rPr sz="1400" u="sng" spc="-5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4"/>
              </a:rPr>
              <a:t>+</a:t>
            </a:r>
            <a:r>
              <a:rPr sz="1400" u="sng" spc="-4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4"/>
              </a:rPr>
              <a:t>fullstack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05"/>
              </a:spcBef>
              <a:buClr>
                <a:srgbClr val="000000"/>
              </a:buClr>
              <a:buFont typeface="Arial MT"/>
              <a:buChar char="•"/>
              <a:tabLst>
                <a:tab pos="926465" algn="l"/>
              </a:tabLst>
            </a:pP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Next.js</a:t>
            </a:r>
            <a:r>
              <a:rPr sz="1400" u="sng" spc="-4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Developer</a:t>
            </a:r>
            <a:r>
              <a:rPr sz="1400" u="sng" spc="-4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Needed</a:t>
            </a:r>
            <a:r>
              <a:rPr sz="1400" u="sng" spc="-4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for</a:t>
            </a:r>
            <a:r>
              <a:rPr sz="1400" u="sng" spc="-7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SaaS</a:t>
            </a:r>
            <a:r>
              <a:rPr sz="1400" u="sng" spc="-6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 spc="-2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Application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 spc="-2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Integration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 with</a:t>
            </a:r>
            <a:r>
              <a:rPr sz="1400" u="sng" spc="-5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AI</a:t>
            </a:r>
            <a:r>
              <a:rPr sz="1400" u="sng" spc="-6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Features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10"/>
              </a:spcBef>
              <a:buClr>
                <a:srgbClr val="000000"/>
              </a:buClr>
              <a:buFont typeface="Arial MT"/>
              <a:buChar char="•"/>
              <a:tabLst>
                <a:tab pos="926465" algn="l"/>
              </a:tabLst>
            </a:pP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Developers</a:t>
            </a:r>
            <a:r>
              <a:rPr sz="1400" u="sng" spc="-2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for</a:t>
            </a:r>
            <a:r>
              <a:rPr sz="1400" u="sng" spc="-7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5</a:t>
            </a:r>
            <a:r>
              <a:rPr sz="1400" u="sng" spc="-4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AI</a:t>
            </a:r>
            <a:r>
              <a:rPr sz="1400" u="sng" spc="-5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agents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790"/>
              </a:spcBef>
              <a:buClr>
                <a:srgbClr val="000000"/>
              </a:buClr>
              <a:buFont typeface="Arial MT"/>
              <a:buChar char="•"/>
              <a:tabLst>
                <a:tab pos="926465" algn="l"/>
              </a:tabLst>
            </a:pP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7"/>
              </a:rPr>
              <a:t>AI</a:t>
            </a:r>
            <a:r>
              <a:rPr sz="1400" u="sng" spc="-8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7"/>
              </a:rPr>
              <a:t>Engineer</a:t>
            </a:r>
            <a:r>
              <a:rPr sz="1400" u="sng" spc="-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7"/>
              </a:rPr>
              <a:t>for</a:t>
            </a:r>
            <a:r>
              <a:rPr sz="1400" u="sng" spc="-8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7"/>
              </a:rPr>
              <a:t>Medical</a:t>
            </a:r>
            <a:r>
              <a:rPr sz="1400" u="sng" spc="-3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400" u="sng" spc="-2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7"/>
              </a:rPr>
              <a:t>RAG-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7"/>
              </a:rPr>
              <a:t>based</a:t>
            </a:r>
            <a:r>
              <a:rPr sz="1400" u="sng" spc="-6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7"/>
              </a:rPr>
              <a:t>Chatbot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7"/>
              </a:rPr>
              <a:t> Development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05"/>
              </a:spcBef>
              <a:buClr>
                <a:srgbClr val="000000"/>
              </a:buClr>
              <a:buFont typeface="Arial MT"/>
              <a:buChar char="•"/>
              <a:tabLst>
                <a:tab pos="926465" algn="l"/>
              </a:tabLst>
            </a:pP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GenAI</a:t>
            </a:r>
            <a:r>
              <a:rPr sz="1400" u="sng" spc="-4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engineer</a:t>
            </a:r>
            <a:r>
              <a:rPr sz="1400" u="sng" spc="2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to</a:t>
            </a:r>
            <a:r>
              <a:rPr sz="1400" u="sng" spc="-6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build </a:t>
            </a:r>
            <a:r>
              <a:rPr sz="1400" u="sng" spc="-2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GenAI-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powered</a:t>
            </a:r>
            <a:r>
              <a:rPr sz="1400" u="sng" spc="-5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modules</a:t>
            </a:r>
            <a:r>
              <a:rPr sz="1400" u="sng" spc="-2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of</a:t>
            </a:r>
            <a:r>
              <a:rPr sz="1400" u="sng" spc="-8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an</a:t>
            </a:r>
            <a:r>
              <a:rPr sz="1400" u="sng" spc="-4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astrology</a:t>
            </a:r>
            <a:r>
              <a:rPr sz="1400" u="sng" spc="-4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 spc="-2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app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05"/>
              </a:spcBef>
              <a:buClr>
                <a:srgbClr val="000000"/>
              </a:buClr>
              <a:buFont typeface="Arial MT"/>
              <a:buChar char="•"/>
              <a:tabLst>
                <a:tab pos="926465" algn="l"/>
              </a:tabLst>
            </a:pPr>
            <a:r>
              <a:rPr sz="1400" u="sng" spc="-2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CReate</a:t>
            </a:r>
            <a:r>
              <a:rPr sz="1400" u="sng" spc="-4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AI</a:t>
            </a:r>
            <a:r>
              <a:rPr sz="1400" u="sng" spc="-4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Agent</a:t>
            </a:r>
            <a:r>
              <a:rPr sz="1400" u="sng" spc="-2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using</a:t>
            </a:r>
            <a:r>
              <a:rPr sz="1400" u="sng" spc="-2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Open</a:t>
            </a:r>
            <a:r>
              <a:rPr sz="1400" u="sng" spc="-3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AI</a:t>
            </a:r>
            <a:r>
              <a:rPr sz="1400" u="sng" spc="-6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or</a:t>
            </a:r>
            <a:r>
              <a:rPr sz="1400" u="sng" spc="-7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Google</a:t>
            </a:r>
            <a:r>
              <a:rPr sz="1400" u="sng" spc="-5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AI</a:t>
            </a:r>
            <a:r>
              <a:rPr sz="1400" u="sng" spc="-6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API</a:t>
            </a:r>
            <a:r>
              <a:rPr sz="1400" u="sng" spc="-5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or</a:t>
            </a:r>
            <a:r>
              <a:rPr sz="1400" u="sng" spc="-5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9"/>
              </a:rPr>
              <a:t>CrewAI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790"/>
              </a:spcBef>
              <a:buClr>
                <a:srgbClr val="000000"/>
              </a:buClr>
              <a:buFont typeface="Arial MT"/>
              <a:buChar char="•"/>
              <a:tabLst>
                <a:tab pos="926465" algn="l"/>
              </a:tabLst>
            </a:pPr>
            <a:r>
              <a:rPr sz="1400" u="sng" spc="-2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0"/>
              </a:rPr>
              <a:t>Full-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0"/>
              </a:rPr>
              <a:t>Stack</a:t>
            </a:r>
            <a:r>
              <a:rPr sz="1400" u="sng" spc="-5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0"/>
              </a:rPr>
              <a:t>Developer</a:t>
            </a:r>
            <a:r>
              <a:rPr sz="1400" u="sng" spc="-1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0"/>
              </a:rPr>
              <a:t>with</a:t>
            </a:r>
            <a:r>
              <a:rPr sz="1400" u="sng" spc="-4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0"/>
              </a:rPr>
              <a:t>AI</a:t>
            </a:r>
            <a:r>
              <a:rPr sz="1400" u="sng" spc="-3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0"/>
              </a:rPr>
              <a:t>Experience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0"/>
              </a:rPr>
              <a:t> (Replit</a:t>
            </a:r>
            <a:r>
              <a:rPr sz="1400" u="sng" spc="1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0"/>
              </a:rPr>
              <a:t>Preferred)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05"/>
              </a:spcBef>
              <a:buClr>
                <a:srgbClr val="000000"/>
              </a:buClr>
              <a:buFont typeface="Arial MT"/>
              <a:buChar char="•"/>
              <a:tabLst>
                <a:tab pos="926465" algn="l"/>
              </a:tabLst>
            </a:pP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Developer</a:t>
            </a:r>
            <a:r>
              <a:rPr sz="1400" u="sng" spc="-6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Needed</a:t>
            </a:r>
            <a:r>
              <a:rPr sz="1400" u="sng" spc="-5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to</a:t>
            </a:r>
            <a:r>
              <a:rPr sz="1400" u="sng" spc="-6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Build</a:t>
            </a:r>
            <a:r>
              <a:rPr sz="1400" u="sng" spc="-5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AI</a:t>
            </a:r>
            <a:r>
              <a:rPr sz="1400" u="sng" spc="-8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Agents</a:t>
            </a:r>
            <a:r>
              <a:rPr sz="1400" u="sng" spc="-2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for</a:t>
            </a:r>
            <a:r>
              <a:rPr sz="1400" u="sng" spc="-9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Data</a:t>
            </a:r>
            <a:r>
              <a:rPr sz="1400" u="sng" spc="-5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Analysis</a:t>
            </a:r>
            <a:r>
              <a:rPr sz="1400" u="sng" spc="-4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and</a:t>
            </a:r>
            <a:r>
              <a:rPr sz="1400" u="sng" spc="-4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Digital</a:t>
            </a:r>
            <a:r>
              <a:rPr sz="1400" u="sng" spc="-4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1"/>
              </a:rPr>
              <a:t>Advertising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05"/>
              </a:spcBef>
              <a:buClr>
                <a:srgbClr val="000000"/>
              </a:buClr>
              <a:buFont typeface="Arial MT"/>
              <a:buChar char="•"/>
              <a:tabLst>
                <a:tab pos="926465" algn="l"/>
              </a:tabLst>
            </a:pP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2"/>
              </a:rPr>
              <a:t>Web</a:t>
            </a:r>
            <a:r>
              <a:rPr sz="1400" u="sng" spc="-4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2"/>
              </a:rPr>
              <a:t>App</a:t>
            </a:r>
            <a:r>
              <a:rPr sz="1400" u="sng" spc="-5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 spc="-2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2"/>
              </a:rPr>
              <a:t>Development</a:t>
            </a:r>
            <a:r>
              <a:rPr sz="1400" u="sng" spc="-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2"/>
              </a:rPr>
              <a:t>with</a:t>
            </a:r>
            <a:r>
              <a:rPr sz="1400" u="sng" spc="-3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2"/>
              </a:rPr>
              <a:t>AI</a:t>
            </a:r>
            <a:r>
              <a:rPr sz="1400" u="sng" spc="-6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2"/>
              </a:rPr>
              <a:t>for</a:t>
            </a:r>
            <a:r>
              <a:rPr sz="1400" u="sng" spc="-7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2"/>
              </a:rPr>
              <a:t>Meta</a:t>
            </a:r>
            <a:r>
              <a:rPr sz="1400" u="sng" spc="-1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2"/>
              </a:rPr>
              <a:t>Ads</a:t>
            </a:r>
            <a:r>
              <a:rPr sz="1400" u="sng" spc="-4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2"/>
              </a:rPr>
              <a:t>Management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790"/>
              </a:spcBef>
              <a:buClr>
                <a:srgbClr val="000000"/>
              </a:buClr>
              <a:buFont typeface="Arial MT"/>
              <a:buChar char="•"/>
              <a:tabLst>
                <a:tab pos="926465" algn="l"/>
              </a:tabLst>
            </a:pP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3"/>
              </a:rPr>
              <a:t>…</a:t>
            </a:r>
            <a:r>
              <a:rPr sz="1400" u="sng" spc="-5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3"/>
              </a:rPr>
              <a:t>and</a:t>
            </a:r>
            <a:r>
              <a:rPr sz="1400" u="sng" spc="-2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1400" u="sng" spc="-2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3"/>
              </a:rPr>
              <a:t>more</a:t>
            </a:r>
            <a:endParaRPr sz="1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1" dirty="0">
                <a:latin typeface="Segoe UI"/>
                <a:cs typeface="Segoe UI"/>
              </a:rPr>
              <a:t>Khamsat</a:t>
            </a:r>
            <a:r>
              <a:rPr sz="2000" b="1" spc="-10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and</a:t>
            </a:r>
            <a:r>
              <a:rPr sz="2000" b="1" spc="-55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Mostaql</a:t>
            </a:r>
            <a:endParaRPr sz="2000">
              <a:latin typeface="Segoe UI"/>
              <a:cs typeface="Segoe UI"/>
            </a:endParaRPr>
          </a:p>
          <a:p>
            <a:pPr marL="926465" lvl="1" indent="-456565">
              <a:lnSpc>
                <a:spcPct val="100000"/>
              </a:lnSpc>
              <a:spcBef>
                <a:spcPts val="965"/>
              </a:spcBef>
              <a:buClr>
                <a:srgbClr val="000000"/>
              </a:buClr>
              <a:buFont typeface="Arial MT"/>
              <a:buChar char="•"/>
              <a:tabLst>
                <a:tab pos="926465" algn="l"/>
              </a:tabLst>
            </a:pP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4"/>
              </a:rPr>
              <a:t>Khamsat</a:t>
            </a:r>
            <a:r>
              <a:rPr sz="1400" u="sng" spc="-5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4"/>
              </a:rPr>
              <a:t>Gen</a:t>
            </a:r>
            <a:r>
              <a:rPr sz="1400" u="sng" spc="-4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4"/>
              </a:rPr>
              <a:t>AI</a:t>
            </a:r>
            <a:r>
              <a:rPr sz="1400" u="sng" spc="-7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4"/>
              </a:rPr>
              <a:t>Services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Font typeface="Arial MT"/>
              <a:buChar char="•"/>
              <a:tabLst>
                <a:tab pos="926465" algn="l"/>
              </a:tabLst>
            </a:pP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5"/>
              </a:rPr>
              <a:t>Mostaql</a:t>
            </a:r>
            <a:r>
              <a:rPr sz="1400" u="sng" spc="-6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5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5"/>
              </a:rPr>
              <a:t>Gen</a:t>
            </a:r>
            <a:r>
              <a:rPr sz="1400" u="sng" spc="-6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5"/>
              </a:rPr>
              <a:t> </a:t>
            </a:r>
            <a:r>
              <a:rPr sz="1400" u="sng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5"/>
              </a:rPr>
              <a:t>AI</a:t>
            </a:r>
            <a:r>
              <a:rPr sz="1400" u="sng" spc="-8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5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15"/>
              </a:rPr>
              <a:t>Projects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65759"/>
            <a:ext cx="9358630" cy="681355"/>
          </a:xfrm>
          <a:custGeom>
            <a:avLst/>
            <a:gdLst/>
            <a:ahLst/>
            <a:cxnLst/>
            <a:rect l="l" t="t" r="r" b="b"/>
            <a:pathLst>
              <a:path w="9358630" h="681355">
                <a:moveTo>
                  <a:pt x="9081770" y="0"/>
                </a:moveTo>
                <a:lnTo>
                  <a:pt x="0" y="0"/>
                </a:lnTo>
                <a:lnTo>
                  <a:pt x="0" y="680974"/>
                </a:lnTo>
                <a:lnTo>
                  <a:pt x="9081770" y="680974"/>
                </a:lnTo>
                <a:lnTo>
                  <a:pt x="9126855" y="676910"/>
                </a:lnTo>
                <a:lnTo>
                  <a:pt x="9169527" y="664717"/>
                </a:lnTo>
                <a:lnTo>
                  <a:pt x="9209278" y="645287"/>
                </a:lnTo>
                <a:lnTo>
                  <a:pt x="9245600" y="619251"/>
                </a:lnTo>
                <a:lnTo>
                  <a:pt x="9277731" y="587120"/>
                </a:lnTo>
                <a:lnTo>
                  <a:pt x="9305417" y="549655"/>
                </a:lnTo>
                <a:lnTo>
                  <a:pt x="9327896" y="507618"/>
                </a:lnTo>
                <a:lnTo>
                  <a:pt x="9344660" y="461390"/>
                </a:lnTo>
                <a:lnTo>
                  <a:pt x="9355074" y="411734"/>
                </a:lnTo>
                <a:lnTo>
                  <a:pt x="9358630" y="359410"/>
                </a:lnTo>
                <a:lnTo>
                  <a:pt x="9358630" y="318897"/>
                </a:lnTo>
                <a:lnTo>
                  <a:pt x="9355074" y="267335"/>
                </a:lnTo>
                <a:lnTo>
                  <a:pt x="9344660" y="218312"/>
                </a:lnTo>
                <a:lnTo>
                  <a:pt x="9327896" y="172592"/>
                </a:lnTo>
                <a:lnTo>
                  <a:pt x="9305417" y="130810"/>
                </a:lnTo>
                <a:lnTo>
                  <a:pt x="9277731" y="93599"/>
                </a:lnTo>
                <a:lnTo>
                  <a:pt x="9245600" y="61722"/>
                </a:lnTo>
                <a:lnTo>
                  <a:pt x="9209278" y="35687"/>
                </a:lnTo>
                <a:lnTo>
                  <a:pt x="9169527" y="16255"/>
                </a:lnTo>
                <a:lnTo>
                  <a:pt x="9126855" y="4190"/>
                </a:lnTo>
                <a:lnTo>
                  <a:pt x="908177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62115"/>
            <a:ext cx="12187427" cy="59435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404604" y="367283"/>
            <a:ext cx="2787650" cy="644525"/>
          </a:xfrm>
          <a:custGeom>
            <a:avLst/>
            <a:gdLst/>
            <a:ahLst/>
            <a:cxnLst/>
            <a:rect l="l" t="t" r="r" b="b"/>
            <a:pathLst>
              <a:path w="2787650" h="644525">
                <a:moveTo>
                  <a:pt x="154686" y="338328"/>
                </a:moveTo>
                <a:lnTo>
                  <a:pt x="0" y="338328"/>
                </a:lnTo>
                <a:lnTo>
                  <a:pt x="0" y="644271"/>
                </a:lnTo>
                <a:lnTo>
                  <a:pt x="48387" y="636524"/>
                </a:lnTo>
                <a:lnTo>
                  <a:pt x="90805" y="614807"/>
                </a:lnTo>
                <a:lnTo>
                  <a:pt x="124460" y="581660"/>
                </a:lnTo>
                <a:lnTo>
                  <a:pt x="146685" y="539242"/>
                </a:lnTo>
                <a:lnTo>
                  <a:pt x="154686" y="489966"/>
                </a:lnTo>
                <a:lnTo>
                  <a:pt x="154686" y="338328"/>
                </a:lnTo>
                <a:close/>
              </a:path>
              <a:path w="2787650" h="644525">
                <a:moveTo>
                  <a:pt x="154686" y="8128"/>
                </a:moveTo>
                <a:lnTo>
                  <a:pt x="0" y="8128"/>
                </a:lnTo>
                <a:lnTo>
                  <a:pt x="0" y="313944"/>
                </a:lnTo>
                <a:lnTo>
                  <a:pt x="48387" y="306197"/>
                </a:lnTo>
                <a:lnTo>
                  <a:pt x="90805" y="284607"/>
                </a:lnTo>
                <a:lnTo>
                  <a:pt x="124460" y="251460"/>
                </a:lnTo>
                <a:lnTo>
                  <a:pt x="146685" y="209042"/>
                </a:lnTo>
                <a:lnTo>
                  <a:pt x="154686" y="159639"/>
                </a:lnTo>
                <a:lnTo>
                  <a:pt x="154686" y="8128"/>
                </a:lnTo>
                <a:close/>
              </a:path>
              <a:path w="2787650" h="644525">
                <a:moveTo>
                  <a:pt x="333883" y="338328"/>
                </a:moveTo>
                <a:lnTo>
                  <a:pt x="179197" y="338328"/>
                </a:lnTo>
                <a:lnTo>
                  <a:pt x="179197" y="644271"/>
                </a:lnTo>
                <a:lnTo>
                  <a:pt x="227584" y="636524"/>
                </a:lnTo>
                <a:lnTo>
                  <a:pt x="270002" y="614807"/>
                </a:lnTo>
                <a:lnTo>
                  <a:pt x="303657" y="581660"/>
                </a:lnTo>
                <a:lnTo>
                  <a:pt x="325882" y="539242"/>
                </a:lnTo>
                <a:lnTo>
                  <a:pt x="333883" y="489966"/>
                </a:lnTo>
                <a:lnTo>
                  <a:pt x="333883" y="338328"/>
                </a:lnTo>
                <a:close/>
              </a:path>
              <a:path w="2787650" h="644525">
                <a:moveTo>
                  <a:pt x="333883" y="8128"/>
                </a:moveTo>
                <a:lnTo>
                  <a:pt x="179197" y="8128"/>
                </a:lnTo>
                <a:lnTo>
                  <a:pt x="179197" y="159639"/>
                </a:lnTo>
                <a:lnTo>
                  <a:pt x="186944" y="209042"/>
                </a:lnTo>
                <a:lnTo>
                  <a:pt x="208661" y="251460"/>
                </a:lnTo>
                <a:lnTo>
                  <a:pt x="241935" y="284607"/>
                </a:lnTo>
                <a:lnTo>
                  <a:pt x="284480" y="306197"/>
                </a:lnTo>
                <a:lnTo>
                  <a:pt x="333883" y="313944"/>
                </a:lnTo>
                <a:lnTo>
                  <a:pt x="333883" y="8128"/>
                </a:lnTo>
                <a:close/>
              </a:path>
              <a:path w="2787650" h="644525">
                <a:moveTo>
                  <a:pt x="510413" y="338328"/>
                </a:moveTo>
                <a:lnTo>
                  <a:pt x="462026" y="346329"/>
                </a:lnTo>
                <a:lnTo>
                  <a:pt x="419608" y="368554"/>
                </a:lnTo>
                <a:lnTo>
                  <a:pt x="385826" y="402082"/>
                </a:lnTo>
                <a:lnTo>
                  <a:pt x="363601" y="444373"/>
                </a:lnTo>
                <a:lnTo>
                  <a:pt x="355600" y="492633"/>
                </a:lnTo>
                <a:lnTo>
                  <a:pt x="355600" y="644271"/>
                </a:lnTo>
                <a:lnTo>
                  <a:pt x="510413" y="644271"/>
                </a:lnTo>
                <a:lnTo>
                  <a:pt x="510413" y="338328"/>
                </a:lnTo>
                <a:close/>
              </a:path>
              <a:path w="2787650" h="644525">
                <a:moveTo>
                  <a:pt x="510413" y="162433"/>
                </a:moveTo>
                <a:lnTo>
                  <a:pt x="502666" y="114173"/>
                </a:lnTo>
                <a:lnTo>
                  <a:pt x="480949" y="71882"/>
                </a:lnTo>
                <a:lnTo>
                  <a:pt x="447675" y="38227"/>
                </a:lnTo>
                <a:lnTo>
                  <a:pt x="405130" y="16129"/>
                </a:lnTo>
                <a:lnTo>
                  <a:pt x="355600" y="8128"/>
                </a:lnTo>
                <a:lnTo>
                  <a:pt x="355600" y="313944"/>
                </a:lnTo>
                <a:lnTo>
                  <a:pt x="510413" y="313944"/>
                </a:lnTo>
                <a:lnTo>
                  <a:pt x="510413" y="162433"/>
                </a:lnTo>
                <a:close/>
              </a:path>
              <a:path w="2787650" h="644525">
                <a:moveTo>
                  <a:pt x="686816" y="492633"/>
                </a:moveTo>
                <a:lnTo>
                  <a:pt x="678815" y="444373"/>
                </a:lnTo>
                <a:lnTo>
                  <a:pt x="656590" y="402082"/>
                </a:lnTo>
                <a:lnTo>
                  <a:pt x="622935" y="368554"/>
                </a:lnTo>
                <a:lnTo>
                  <a:pt x="580517" y="346329"/>
                </a:lnTo>
                <a:lnTo>
                  <a:pt x="532130" y="338328"/>
                </a:lnTo>
                <a:lnTo>
                  <a:pt x="532130" y="644271"/>
                </a:lnTo>
                <a:lnTo>
                  <a:pt x="686816" y="644271"/>
                </a:lnTo>
                <a:lnTo>
                  <a:pt x="686816" y="492633"/>
                </a:lnTo>
                <a:close/>
              </a:path>
              <a:path w="2787650" h="644525">
                <a:moveTo>
                  <a:pt x="686816" y="8128"/>
                </a:moveTo>
                <a:lnTo>
                  <a:pt x="637413" y="16129"/>
                </a:lnTo>
                <a:lnTo>
                  <a:pt x="594868" y="38227"/>
                </a:lnTo>
                <a:lnTo>
                  <a:pt x="561594" y="71882"/>
                </a:lnTo>
                <a:lnTo>
                  <a:pt x="539877" y="114173"/>
                </a:lnTo>
                <a:lnTo>
                  <a:pt x="532130" y="162433"/>
                </a:lnTo>
                <a:lnTo>
                  <a:pt x="532130" y="313944"/>
                </a:lnTo>
                <a:lnTo>
                  <a:pt x="686816" y="313944"/>
                </a:lnTo>
                <a:lnTo>
                  <a:pt x="686816" y="8128"/>
                </a:lnTo>
                <a:close/>
              </a:path>
              <a:path w="2787650" h="644525">
                <a:moveTo>
                  <a:pt x="860679" y="492633"/>
                </a:moveTo>
                <a:lnTo>
                  <a:pt x="852932" y="444373"/>
                </a:lnTo>
                <a:lnTo>
                  <a:pt x="831215" y="402082"/>
                </a:lnTo>
                <a:lnTo>
                  <a:pt x="797814" y="368554"/>
                </a:lnTo>
                <a:lnTo>
                  <a:pt x="755269" y="346329"/>
                </a:lnTo>
                <a:lnTo>
                  <a:pt x="705866" y="338328"/>
                </a:lnTo>
                <a:lnTo>
                  <a:pt x="705866" y="644271"/>
                </a:lnTo>
                <a:lnTo>
                  <a:pt x="860679" y="644271"/>
                </a:lnTo>
                <a:lnTo>
                  <a:pt x="860679" y="492633"/>
                </a:lnTo>
                <a:close/>
              </a:path>
              <a:path w="2787650" h="644525">
                <a:moveTo>
                  <a:pt x="863346" y="8128"/>
                </a:moveTo>
                <a:lnTo>
                  <a:pt x="708533" y="8128"/>
                </a:lnTo>
                <a:lnTo>
                  <a:pt x="708533" y="313944"/>
                </a:lnTo>
                <a:lnTo>
                  <a:pt x="757047" y="306197"/>
                </a:lnTo>
                <a:lnTo>
                  <a:pt x="799465" y="284607"/>
                </a:lnTo>
                <a:lnTo>
                  <a:pt x="833120" y="251460"/>
                </a:lnTo>
                <a:lnTo>
                  <a:pt x="855345" y="209042"/>
                </a:lnTo>
                <a:lnTo>
                  <a:pt x="863346" y="159639"/>
                </a:lnTo>
                <a:lnTo>
                  <a:pt x="863346" y="8128"/>
                </a:lnTo>
                <a:close/>
              </a:path>
              <a:path w="2787650" h="644525">
                <a:moveTo>
                  <a:pt x="1037082" y="338328"/>
                </a:moveTo>
                <a:lnTo>
                  <a:pt x="882396" y="338328"/>
                </a:lnTo>
                <a:lnTo>
                  <a:pt x="882396" y="489966"/>
                </a:lnTo>
                <a:lnTo>
                  <a:pt x="890397" y="539242"/>
                </a:lnTo>
                <a:lnTo>
                  <a:pt x="912622" y="581660"/>
                </a:lnTo>
                <a:lnTo>
                  <a:pt x="946277" y="614807"/>
                </a:lnTo>
                <a:lnTo>
                  <a:pt x="988695" y="636524"/>
                </a:lnTo>
                <a:lnTo>
                  <a:pt x="1037082" y="644271"/>
                </a:lnTo>
                <a:lnTo>
                  <a:pt x="1037082" y="338328"/>
                </a:lnTo>
                <a:close/>
              </a:path>
              <a:path w="2787650" h="644525">
                <a:moveTo>
                  <a:pt x="1037082" y="162433"/>
                </a:moveTo>
                <a:lnTo>
                  <a:pt x="1029335" y="114173"/>
                </a:lnTo>
                <a:lnTo>
                  <a:pt x="1007618" y="71882"/>
                </a:lnTo>
                <a:lnTo>
                  <a:pt x="974344" y="38227"/>
                </a:lnTo>
                <a:lnTo>
                  <a:pt x="931799" y="16129"/>
                </a:lnTo>
                <a:lnTo>
                  <a:pt x="882396" y="8128"/>
                </a:lnTo>
                <a:lnTo>
                  <a:pt x="882396" y="313944"/>
                </a:lnTo>
                <a:lnTo>
                  <a:pt x="1037082" y="313944"/>
                </a:lnTo>
                <a:lnTo>
                  <a:pt x="1037082" y="162433"/>
                </a:lnTo>
                <a:close/>
              </a:path>
              <a:path w="2787650" h="644525">
                <a:moveTo>
                  <a:pt x="1213612" y="338328"/>
                </a:moveTo>
                <a:lnTo>
                  <a:pt x="1058799" y="338328"/>
                </a:lnTo>
                <a:lnTo>
                  <a:pt x="1058799" y="644271"/>
                </a:lnTo>
                <a:lnTo>
                  <a:pt x="1107186" y="636524"/>
                </a:lnTo>
                <a:lnTo>
                  <a:pt x="1149604" y="614807"/>
                </a:lnTo>
                <a:lnTo>
                  <a:pt x="1183386" y="581660"/>
                </a:lnTo>
                <a:lnTo>
                  <a:pt x="1205611" y="539242"/>
                </a:lnTo>
                <a:lnTo>
                  <a:pt x="1213612" y="489966"/>
                </a:lnTo>
                <a:lnTo>
                  <a:pt x="1213612" y="338328"/>
                </a:lnTo>
                <a:close/>
              </a:path>
              <a:path w="2787650" h="644525">
                <a:moveTo>
                  <a:pt x="1213612" y="8128"/>
                </a:moveTo>
                <a:lnTo>
                  <a:pt x="1058799" y="8128"/>
                </a:lnTo>
                <a:lnTo>
                  <a:pt x="1058799" y="159639"/>
                </a:lnTo>
                <a:lnTo>
                  <a:pt x="1066546" y="209042"/>
                </a:lnTo>
                <a:lnTo>
                  <a:pt x="1088263" y="251460"/>
                </a:lnTo>
                <a:lnTo>
                  <a:pt x="1121537" y="284607"/>
                </a:lnTo>
                <a:lnTo>
                  <a:pt x="1164082" y="306197"/>
                </a:lnTo>
                <a:lnTo>
                  <a:pt x="1213612" y="313944"/>
                </a:lnTo>
                <a:lnTo>
                  <a:pt x="1213612" y="8128"/>
                </a:lnTo>
                <a:close/>
              </a:path>
              <a:path w="2787650" h="644525">
                <a:moveTo>
                  <a:pt x="1390015" y="338328"/>
                </a:moveTo>
                <a:lnTo>
                  <a:pt x="1235329" y="338328"/>
                </a:lnTo>
                <a:lnTo>
                  <a:pt x="1235329" y="644271"/>
                </a:lnTo>
                <a:lnTo>
                  <a:pt x="1283716" y="636524"/>
                </a:lnTo>
                <a:lnTo>
                  <a:pt x="1326134" y="614807"/>
                </a:lnTo>
                <a:lnTo>
                  <a:pt x="1359789" y="581660"/>
                </a:lnTo>
                <a:lnTo>
                  <a:pt x="1382014" y="539242"/>
                </a:lnTo>
                <a:lnTo>
                  <a:pt x="1390015" y="489966"/>
                </a:lnTo>
                <a:lnTo>
                  <a:pt x="1390015" y="338328"/>
                </a:lnTo>
                <a:close/>
              </a:path>
              <a:path w="2787650" h="644525">
                <a:moveTo>
                  <a:pt x="1390015" y="8128"/>
                </a:moveTo>
                <a:lnTo>
                  <a:pt x="1235329" y="8128"/>
                </a:lnTo>
                <a:lnTo>
                  <a:pt x="1235329" y="313944"/>
                </a:lnTo>
                <a:lnTo>
                  <a:pt x="1283716" y="306197"/>
                </a:lnTo>
                <a:lnTo>
                  <a:pt x="1326134" y="284607"/>
                </a:lnTo>
                <a:lnTo>
                  <a:pt x="1359789" y="251460"/>
                </a:lnTo>
                <a:lnTo>
                  <a:pt x="1382014" y="209042"/>
                </a:lnTo>
                <a:lnTo>
                  <a:pt x="1390015" y="159639"/>
                </a:lnTo>
                <a:lnTo>
                  <a:pt x="1390015" y="8128"/>
                </a:lnTo>
                <a:close/>
              </a:path>
              <a:path w="2787650" h="644525">
                <a:moveTo>
                  <a:pt x="1569212" y="338328"/>
                </a:moveTo>
                <a:lnTo>
                  <a:pt x="1520825" y="346329"/>
                </a:lnTo>
                <a:lnTo>
                  <a:pt x="1478407" y="368554"/>
                </a:lnTo>
                <a:lnTo>
                  <a:pt x="1444752" y="402082"/>
                </a:lnTo>
                <a:lnTo>
                  <a:pt x="1422527" y="444373"/>
                </a:lnTo>
                <a:lnTo>
                  <a:pt x="1414399" y="492633"/>
                </a:lnTo>
                <a:lnTo>
                  <a:pt x="1414399" y="644271"/>
                </a:lnTo>
                <a:lnTo>
                  <a:pt x="1569212" y="644271"/>
                </a:lnTo>
                <a:lnTo>
                  <a:pt x="1569212" y="338328"/>
                </a:lnTo>
                <a:close/>
              </a:path>
              <a:path w="2787650" h="644525">
                <a:moveTo>
                  <a:pt x="1569212" y="162433"/>
                </a:moveTo>
                <a:lnTo>
                  <a:pt x="1561465" y="114173"/>
                </a:lnTo>
                <a:lnTo>
                  <a:pt x="1539748" y="71882"/>
                </a:lnTo>
                <a:lnTo>
                  <a:pt x="1506474" y="38227"/>
                </a:lnTo>
                <a:lnTo>
                  <a:pt x="1463929" y="16129"/>
                </a:lnTo>
                <a:lnTo>
                  <a:pt x="1414399" y="8128"/>
                </a:lnTo>
                <a:lnTo>
                  <a:pt x="1414399" y="313944"/>
                </a:lnTo>
                <a:lnTo>
                  <a:pt x="1569212" y="313944"/>
                </a:lnTo>
                <a:lnTo>
                  <a:pt x="1569212" y="162433"/>
                </a:lnTo>
                <a:close/>
              </a:path>
              <a:path w="2787650" h="644525">
                <a:moveTo>
                  <a:pt x="1751076" y="338328"/>
                </a:moveTo>
                <a:lnTo>
                  <a:pt x="1596390" y="338328"/>
                </a:lnTo>
                <a:lnTo>
                  <a:pt x="1596390" y="644271"/>
                </a:lnTo>
                <a:lnTo>
                  <a:pt x="1644777" y="636524"/>
                </a:lnTo>
                <a:lnTo>
                  <a:pt x="1687195" y="614807"/>
                </a:lnTo>
                <a:lnTo>
                  <a:pt x="1720850" y="581660"/>
                </a:lnTo>
                <a:lnTo>
                  <a:pt x="1743075" y="539242"/>
                </a:lnTo>
                <a:lnTo>
                  <a:pt x="1751076" y="489966"/>
                </a:lnTo>
                <a:lnTo>
                  <a:pt x="1751076" y="338328"/>
                </a:lnTo>
                <a:close/>
              </a:path>
              <a:path w="2787650" h="644525">
                <a:moveTo>
                  <a:pt x="1751076" y="8128"/>
                </a:moveTo>
                <a:lnTo>
                  <a:pt x="1596390" y="8128"/>
                </a:lnTo>
                <a:lnTo>
                  <a:pt x="1596390" y="159639"/>
                </a:lnTo>
                <a:lnTo>
                  <a:pt x="1604137" y="209042"/>
                </a:lnTo>
                <a:lnTo>
                  <a:pt x="1625727" y="251460"/>
                </a:lnTo>
                <a:lnTo>
                  <a:pt x="1659128" y="284607"/>
                </a:lnTo>
                <a:lnTo>
                  <a:pt x="1701673" y="306197"/>
                </a:lnTo>
                <a:lnTo>
                  <a:pt x="1751076" y="313944"/>
                </a:lnTo>
                <a:lnTo>
                  <a:pt x="1751076" y="8128"/>
                </a:lnTo>
                <a:close/>
              </a:path>
              <a:path w="2787650" h="644525">
                <a:moveTo>
                  <a:pt x="1927606" y="338328"/>
                </a:moveTo>
                <a:lnTo>
                  <a:pt x="1879219" y="346329"/>
                </a:lnTo>
                <a:lnTo>
                  <a:pt x="1836801" y="368554"/>
                </a:lnTo>
                <a:lnTo>
                  <a:pt x="1803019" y="402082"/>
                </a:lnTo>
                <a:lnTo>
                  <a:pt x="1780794" y="444373"/>
                </a:lnTo>
                <a:lnTo>
                  <a:pt x="1772793" y="492633"/>
                </a:lnTo>
                <a:lnTo>
                  <a:pt x="1772793" y="644271"/>
                </a:lnTo>
                <a:lnTo>
                  <a:pt x="1927606" y="644271"/>
                </a:lnTo>
                <a:lnTo>
                  <a:pt x="1927606" y="338328"/>
                </a:lnTo>
                <a:close/>
              </a:path>
              <a:path w="2787650" h="644525">
                <a:moveTo>
                  <a:pt x="1927606" y="151638"/>
                </a:moveTo>
                <a:lnTo>
                  <a:pt x="1919605" y="103632"/>
                </a:lnTo>
                <a:lnTo>
                  <a:pt x="1897380" y="61976"/>
                </a:lnTo>
                <a:lnTo>
                  <a:pt x="1863598" y="29210"/>
                </a:lnTo>
                <a:lnTo>
                  <a:pt x="1821180" y="7747"/>
                </a:lnTo>
                <a:lnTo>
                  <a:pt x="1772793" y="0"/>
                </a:lnTo>
                <a:lnTo>
                  <a:pt x="1772793" y="303149"/>
                </a:lnTo>
                <a:lnTo>
                  <a:pt x="1927606" y="303149"/>
                </a:lnTo>
                <a:lnTo>
                  <a:pt x="1927606" y="151638"/>
                </a:lnTo>
                <a:close/>
              </a:path>
              <a:path w="2787650" h="644525">
                <a:moveTo>
                  <a:pt x="2104009" y="492633"/>
                </a:moveTo>
                <a:lnTo>
                  <a:pt x="2096008" y="444373"/>
                </a:lnTo>
                <a:lnTo>
                  <a:pt x="2073783" y="402082"/>
                </a:lnTo>
                <a:lnTo>
                  <a:pt x="2040128" y="368554"/>
                </a:lnTo>
                <a:lnTo>
                  <a:pt x="1997710" y="346329"/>
                </a:lnTo>
                <a:lnTo>
                  <a:pt x="1949323" y="338328"/>
                </a:lnTo>
                <a:lnTo>
                  <a:pt x="1949323" y="644271"/>
                </a:lnTo>
                <a:lnTo>
                  <a:pt x="2104009" y="644271"/>
                </a:lnTo>
                <a:lnTo>
                  <a:pt x="2104009" y="492633"/>
                </a:lnTo>
                <a:close/>
              </a:path>
              <a:path w="2787650" h="644525">
                <a:moveTo>
                  <a:pt x="2104009" y="0"/>
                </a:moveTo>
                <a:lnTo>
                  <a:pt x="2054606" y="7747"/>
                </a:lnTo>
                <a:lnTo>
                  <a:pt x="2012061" y="29210"/>
                </a:lnTo>
                <a:lnTo>
                  <a:pt x="1978787" y="61976"/>
                </a:lnTo>
                <a:lnTo>
                  <a:pt x="1957070" y="103632"/>
                </a:lnTo>
                <a:lnTo>
                  <a:pt x="1949323" y="151638"/>
                </a:lnTo>
                <a:lnTo>
                  <a:pt x="1949323" y="303149"/>
                </a:lnTo>
                <a:lnTo>
                  <a:pt x="2104009" y="303149"/>
                </a:lnTo>
                <a:lnTo>
                  <a:pt x="2104009" y="0"/>
                </a:lnTo>
                <a:close/>
              </a:path>
              <a:path w="2787650" h="644525">
                <a:moveTo>
                  <a:pt x="2277745" y="492633"/>
                </a:moveTo>
                <a:lnTo>
                  <a:pt x="2269744" y="444373"/>
                </a:lnTo>
                <a:lnTo>
                  <a:pt x="2247519" y="402082"/>
                </a:lnTo>
                <a:lnTo>
                  <a:pt x="2213864" y="368554"/>
                </a:lnTo>
                <a:lnTo>
                  <a:pt x="2171446" y="346329"/>
                </a:lnTo>
                <a:lnTo>
                  <a:pt x="2122932" y="338328"/>
                </a:lnTo>
                <a:lnTo>
                  <a:pt x="2123059" y="644271"/>
                </a:lnTo>
                <a:lnTo>
                  <a:pt x="2277745" y="644271"/>
                </a:lnTo>
                <a:lnTo>
                  <a:pt x="2277745" y="492633"/>
                </a:lnTo>
                <a:close/>
              </a:path>
              <a:path w="2787650" h="644525">
                <a:moveTo>
                  <a:pt x="2280539" y="0"/>
                </a:moveTo>
                <a:lnTo>
                  <a:pt x="2125726" y="0"/>
                </a:lnTo>
                <a:lnTo>
                  <a:pt x="2125726" y="303149"/>
                </a:lnTo>
                <a:lnTo>
                  <a:pt x="2174240" y="295402"/>
                </a:lnTo>
                <a:lnTo>
                  <a:pt x="2216658" y="273939"/>
                </a:lnTo>
                <a:lnTo>
                  <a:pt x="2250313" y="241173"/>
                </a:lnTo>
                <a:lnTo>
                  <a:pt x="2272538" y="199517"/>
                </a:lnTo>
                <a:lnTo>
                  <a:pt x="2280539" y="151638"/>
                </a:lnTo>
                <a:lnTo>
                  <a:pt x="2280539" y="0"/>
                </a:lnTo>
                <a:close/>
              </a:path>
              <a:path w="2787650" h="644525">
                <a:moveTo>
                  <a:pt x="2454275" y="338328"/>
                </a:moveTo>
                <a:lnTo>
                  <a:pt x="2299462" y="338328"/>
                </a:lnTo>
                <a:lnTo>
                  <a:pt x="2299462" y="489966"/>
                </a:lnTo>
                <a:lnTo>
                  <a:pt x="2307463" y="539242"/>
                </a:lnTo>
                <a:lnTo>
                  <a:pt x="2329688" y="581660"/>
                </a:lnTo>
                <a:lnTo>
                  <a:pt x="2363470" y="614807"/>
                </a:lnTo>
                <a:lnTo>
                  <a:pt x="2405888" y="636524"/>
                </a:lnTo>
                <a:lnTo>
                  <a:pt x="2454275" y="644271"/>
                </a:lnTo>
                <a:lnTo>
                  <a:pt x="2454275" y="338328"/>
                </a:lnTo>
                <a:close/>
              </a:path>
              <a:path w="2787650" h="644525">
                <a:moveTo>
                  <a:pt x="2454275" y="151638"/>
                </a:moveTo>
                <a:lnTo>
                  <a:pt x="2446274" y="103632"/>
                </a:lnTo>
                <a:lnTo>
                  <a:pt x="2424049" y="61976"/>
                </a:lnTo>
                <a:lnTo>
                  <a:pt x="2390267" y="29210"/>
                </a:lnTo>
                <a:lnTo>
                  <a:pt x="2347849" y="7747"/>
                </a:lnTo>
                <a:lnTo>
                  <a:pt x="2299462" y="0"/>
                </a:lnTo>
                <a:lnTo>
                  <a:pt x="2299462" y="303149"/>
                </a:lnTo>
                <a:lnTo>
                  <a:pt x="2454275" y="303149"/>
                </a:lnTo>
                <a:lnTo>
                  <a:pt x="2454275" y="151638"/>
                </a:lnTo>
                <a:close/>
              </a:path>
              <a:path w="2787650" h="644525">
                <a:moveTo>
                  <a:pt x="2630678" y="338328"/>
                </a:moveTo>
                <a:lnTo>
                  <a:pt x="2475992" y="338328"/>
                </a:lnTo>
                <a:lnTo>
                  <a:pt x="2475992" y="644271"/>
                </a:lnTo>
                <a:lnTo>
                  <a:pt x="2524379" y="636524"/>
                </a:lnTo>
                <a:lnTo>
                  <a:pt x="2566797" y="614807"/>
                </a:lnTo>
                <a:lnTo>
                  <a:pt x="2600452" y="581660"/>
                </a:lnTo>
                <a:lnTo>
                  <a:pt x="2622677" y="539242"/>
                </a:lnTo>
                <a:lnTo>
                  <a:pt x="2630678" y="489966"/>
                </a:lnTo>
                <a:lnTo>
                  <a:pt x="2630678" y="338328"/>
                </a:lnTo>
                <a:close/>
              </a:path>
              <a:path w="2787650" h="644525">
                <a:moveTo>
                  <a:pt x="2630678" y="0"/>
                </a:moveTo>
                <a:lnTo>
                  <a:pt x="2475992" y="0"/>
                </a:lnTo>
                <a:lnTo>
                  <a:pt x="2475992" y="151638"/>
                </a:lnTo>
                <a:lnTo>
                  <a:pt x="2483739" y="199517"/>
                </a:lnTo>
                <a:lnTo>
                  <a:pt x="2505456" y="241173"/>
                </a:lnTo>
                <a:lnTo>
                  <a:pt x="2538730" y="273939"/>
                </a:lnTo>
                <a:lnTo>
                  <a:pt x="2581275" y="295402"/>
                </a:lnTo>
                <a:lnTo>
                  <a:pt x="2630678" y="303149"/>
                </a:lnTo>
                <a:lnTo>
                  <a:pt x="2630678" y="0"/>
                </a:lnTo>
                <a:close/>
              </a:path>
              <a:path w="2787650" h="644525">
                <a:moveTo>
                  <a:pt x="2787269" y="338328"/>
                </a:moveTo>
                <a:lnTo>
                  <a:pt x="2652395" y="338328"/>
                </a:lnTo>
                <a:lnTo>
                  <a:pt x="2652395" y="644271"/>
                </a:lnTo>
                <a:lnTo>
                  <a:pt x="2700909" y="636524"/>
                </a:lnTo>
                <a:lnTo>
                  <a:pt x="2743327" y="614807"/>
                </a:lnTo>
                <a:lnTo>
                  <a:pt x="2776982" y="581660"/>
                </a:lnTo>
                <a:lnTo>
                  <a:pt x="2787269" y="561848"/>
                </a:lnTo>
                <a:lnTo>
                  <a:pt x="2787269" y="338328"/>
                </a:lnTo>
                <a:close/>
              </a:path>
              <a:path w="2787650" h="644525">
                <a:moveTo>
                  <a:pt x="2787269" y="0"/>
                </a:moveTo>
                <a:lnTo>
                  <a:pt x="2652395" y="0"/>
                </a:lnTo>
                <a:lnTo>
                  <a:pt x="2652395" y="303149"/>
                </a:lnTo>
                <a:lnTo>
                  <a:pt x="2700909" y="295402"/>
                </a:lnTo>
                <a:lnTo>
                  <a:pt x="2743327" y="273939"/>
                </a:lnTo>
                <a:lnTo>
                  <a:pt x="2776982" y="241173"/>
                </a:lnTo>
                <a:lnTo>
                  <a:pt x="2787269" y="221742"/>
                </a:lnTo>
                <a:lnTo>
                  <a:pt x="2787269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00"/>
              </a:spcBef>
            </a:pPr>
            <a:r>
              <a:rPr sz="3600" spc="-30" dirty="0">
                <a:solidFill>
                  <a:srgbClr val="FFFFFF"/>
                </a:solidFill>
                <a:latin typeface="Arial"/>
                <a:cs typeface="Arial"/>
              </a:rPr>
              <a:t>Gen-</a:t>
            </a: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sz="3600" spc="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sz="360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startups</a:t>
            </a:r>
            <a:r>
              <a:rPr sz="3600" spc="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360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real</a:t>
            </a:r>
            <a:r>
              <a:rPr sz="360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"/>
                <a:cs typeface="Arial"/>
              </a:rPr>
              <a:t>products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0809" y="1170813"/>
            <a:ext cx="53060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1" dirty="0">
                <a:latin typeface="Segoe UI"/>
                <a:cs typeface="Segoe UI"/>
              </a:rPr>
              <a:t>Use</a:t>
            </a:r>
            <a:r>
              <a:rPr sz="2000" b="1" spc="-5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cases</a:t>
            </a:r>
            <a:r>
              <a:rPr sz="2000" b="1" spc="-6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for</a:t>
            </a:r>
            <a:r>
              <a:rPr sz="2000" b="1" spc="-5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real</a:t>
            </a:r>
            <a:r>
              <a:rPr sz="2000" b="1" spc="-2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products</a:t>
            </a:r>
            <a:r>
              <a:rPr sz="2000" b="1" spc="-6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using</a:t>
            </a:r>
            <a:r>
              <a:rPr sz="2000" b="1" spc="-5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Gen</a:t>
            </a:r>
            <a:r>
              <a:rPr sz="2000" b="1" spc="-35" dirty="0">
                <a:latin typeface="Segoe UI"/>
                <a:cs typeface="Segoe UI"/>
              </a:rPr>
              <a:t> </a:t>
            </a:r>
            <a:r>
              <a:rPr sz="2000" b="1" spc="-25" dirty="0">
                <a:latin typeface="Segoe UI"/>
                <a:cs typeface="Segoe UI"/>
              </a:rPr>
              <a:t>AI: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95953" y="3068447"/>
            <a:ext cx="1493520" cy="12700"/>
          </a:xfrm>
          <a:custGeom>
            <a:avLst/>
            <a:gdLst/>
            <a:ahLst/>
            <a:cxnLst/>
            <a:rect l="l" t="t" r="r" b="b"/>
            <a:pathLst>
              <a:path w="1493520" h="12700">
                <a:moveTo>
                  <a:pt x="1493520" y="0"/>
                </a:moveTo>
                <a:lnTo>
                  <a:pt x="0" y="0"/>
                </a:lnTo>
                <a:lnTo>
                  <a:pt x="0" y="12191"/>
                </a:lnTo>
                <a:lnTo>
                  <a:pt x="1493520" y="12191"/>
                </a:lnTo>
                <a:lnTo>
                  <a:pt x="1493520" y="0"/>
                </a:lnTo>
                <a:close/>
              </a:path>
            </a:pathLst>
          </a:custGeom>
          <a:solidFill>
            <a:srgbClr val="046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88009" y="1499082"/>
            <a:ext cx="5337810" cy="191452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469265" algn="l"/>
              </a:tabLst>
            </a:pPr>
            <a:r>
              <a:rPr sz="1400" spc="-20" dirty="0">
                <a:latin typeface="Calibri"/>
                <a:cs typeface="Calibri"/>
              </a:rPr>
              <a:t>Loop-</a:t>
            </a:r>
            <a:r>
              <a:rPr sz="1400" dirty="0">
                <a:latin typeface="Calibri"/>
                <a:cs typeface="Calibri"/>
              </a:rPr>
              <a:t>x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(AI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Agents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different </a:t>
            </a:r>
            <a:r>
              <a:rPr sz="1400" dirty="0">
                <a:latin typeface="Calibri"/>
                <a:cs typeface="Calibri"/>
              </a:rPr>
              <a:t>roles):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u="sng" spc="-25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3"/>
              </a:rPr>
              <a:t>https://loop-</a:t>
            </a:r>
            <a:r>
              <a:rPr sz="1400" u="sng" spc="-2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3"/>
              </a:rPr>
              <a:t>x.co</a:t>
            </a:r>
            <a:endParaRPr sz="1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469265" algn="l"/>
              </a:tabLst>
            </a:pPr>
            <a:r>
              <a:rPr sz="1400" dirty="0">
                <a:latin typeface="Calibri"/>
                <a:cs typeface="Calibri"/>
              </a:rPr>
              <a:t>Gemelo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ai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(Twin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AI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creator):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4"/>
              </a:rPr>
              <a:t>https://gemelo.ai</a:t>
            </a:r>
            <a:endParaRPr sz="1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69265" algn="l"/>
              </a:tabLst>
            </a:pPr>
            <a:r>
              <a:rPr sz="1400" dirty="0">
                <a:latin typeface="Calibri"/>
                <a:cs typeface="Calibri"/>
              </a:rPr>
              <a:t>Apriora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AI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(Recruitment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Interviews):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5"/>
              </a:rPr>
              <a:t>https://www.apriora.ai</a:t>
            </a:r>
            <a:endParaRPr sz="1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469265" algn="l"/>
              </a:tabLst>
            </a:pPr>
            <a:r>
              <a:rPr sz="1400" spc="-10" dirty="0">
                <a:latin typeface="Calibri"/>
                <a:cs typeface="Calibri"/>
              </a:rPr>
              <a:t>Velents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AI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(Recruitment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Interviews):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6"/>
              </a:rPr>
              <a:t>https://www.velents.com</a:t>
            </a:r>
            <a:endParaRPr sz="1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469265" algn="l"/>
              </a:tabLst>
            </a:pPr>
            <a:r>
              <a:rPr sz="1400" dirty="0">
                <a:latin typeface="Calibri"/>
                <a:cs typeface="Calibri"/>
              </a:rPr>
              <a:t>Nancy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AI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(Recruitment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Interviews):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000FF"/>
                </a:solidFill>
                <a:latin typeface="Calibri"/>
                <a:cs typeface="Calibri"/>
                <a:hlinkClick r:id="rId7"/>
              </a:rPr>
              <a:t>https://nancy-</a:t>
            </a:r>
            <a:r>
              <a:rPr sz="1400" spc="-10" dirty="0">
                <a:solidFill>
                  <a:srgbClr val="0000FF"/>
                </a:solidFill>
                <a:latin typeface="Calibri"/>
                <a:cs typeface="Calibri"/>
                <a:hlinkClick r:id="rId7"/>
              </a:rPr>
              <a:t>ai.com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5209" y="3173730"/>
            <a:ext cx="32207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Mariana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AI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(Medical):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8"/>
              </a:rPr>
              <a:t>https://marianaai.com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65594" y="2971673"/>
            <a:ext cx="6526530" cy="3770629"/>
            <a:chOff x="5665594" y="2971673"/>
            <a:chExt cx="6526530" cy="3770629"/>
          </a:xfrm>
        </p:grpSpPr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05727" y="3384745"/>
              <a:ext cx="5986272" cy="33573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00799" y="3579876"/>
              <a:ext cx="5620511" cy="278739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665594" y="2971673"/>
              <a:ext cx="762635" cy="2011680"/>
            </a:xfrm>
            <a:custGeom>
              <a:avLst/>
              <a:gdLst/>
              <a:ahLst/>
              <a:cxnLst/>
              <a:rect l="l" t="t" r="r" b="b"/>
              <a:pathLst>
                <a:path w="762635" h="2011679">
                  <a:moveTo>
                    <a:pt x="86606" y="108795"/>
                  </a:moveTo>
                  <a:lnTo>
                    <a:pt x="75315" y="164995"/>
                  </a:lnTo>
                  <a:lnTo>
                    <a:pt x="707772" y="2011679"/>
                  </a:lnTo>
                  <a:lnTo>
                    <a:pt x="762636" y="1993010"/>
                  </a:lnTo>
                  <a:lnTo>
                    <a:pt x="130122" y="146391"/>
                  </a:lnTo>
                  <a:lnTo>
                    <a:pt x="86606" y="108795"/>
                  </a:lnTo>
                  <a:close/>
                </a:path>
                <a:path w="762635" h="2011679">
                  <a:moveTo>
                    <a:pt x="49404" y="0"/>
                  </a:moveTo>
                  <a:lnTo>
                    <a:pt x="1" y="245872"/>
                  </a:lnTo>
                  <a:lnTo>
                    <a:pt x="0" y="257351"/>
                  </a:lnTo>
                  <a:lnTo>
                    <a:pt x="4272" y="267604"/>
                  </a:lnTo>
                  <a:lnTo>
                    <a:pt x="12092" y="275500"/>
                  </a:lnTo>
                  <a:lnTo>
                    <a:pt x="22744" y="279911"/>
                  </a:lnTo>
                  <a:lnTo>
                    <a:pt x="34196" y="279911"/>
                  </a:lnTo>
                  <a:lnTo>
                    <a:pt x="44420" y="275653"/>
                  </a:lnTo>
                  <a:lnTo>
                    <a:pt x="52310" y="267870"/>
                  </a:lnTo>
                  <a:lnTo>
                    <a:pt x="56750" y="257351"/>
                  </a:lnTo>
                  <a:lnTo>
                    <a:pt x="75315" y="164995"/>
                  </a:lnTo>
                  <a:lnTo>
                    <a:pt x="40641" y="63753"/>
                  </a:lnTo>
                  <a:lnTo>
                    <a:pt x="95378" y="44957"/>
                  </a:lnTo>
                  <a:lnTo>
                    <a:pt x="101432" y="44957"/>
                  </a:lnTo>
                  <a:lnTo>
                    <a:pt x="49404" y="0"/>
                  </a:lnTo>
                  <a:close/>
                </a:path>
                <a:path w="762635" h="2011679">
                  <a:moveTo>
                    <a:pt x="101432" y="44957"/>
                  </a:moveTo>
                  <a:lnTo>
                    <a:pt x="95378" y="44957"/>
                  </a:lnTo>
                  <a:lnTo>
                    <a:pt x="130122" y="146391"/>
                  </a:lnTo>
                  <a:lnTo>
                    <a:pt x="201169" y="207772"/>
                  </a:lnTo>
                  <a:lnTo>
                    <a:pt x="211238" y="213459"/>
                  </a:lnTo>
                  <a:lnTo>
                    <a:pt x="222283" y="214788"/>
                  </a:lnTo>
                  <a:lnTo>
                    <a:pt x="232995" y="211879"/>
                  </a:lnTo>
                  <a:lnTo>
                    <a:pt x="242063" y="204850"/>
                  </a:lnTo>
                  <a:lnTo>
                    <a:pt x="247697" y="194853"/>
                  </a:lnTo>
                  <a:lnTo>
                    <a:pt x="249033" y="183832"/>
                  </a:lnTo>
                  <a:lnTo>
                    <a:pt x="246153" y="173097"/>
                  </a:lnTo>
                  <a:lnTo>
                    <a:pt x="239142" y="163956"/>
                  </a:lnTo>
                  <a:lnTo>
                    <a:pt x="101432" y="44957"/>
                  </a:lnTo>
                  <a:close/>
                </a:path>
                <a:path w="762635" h="2011679">
                  <a:moveTo>
                    <a:pt x="95378" y="44957"/>
                  </a:moveTo>
                  <a:lnTo>
                    <a:pt x="40641" y="63753"/>
                  </a:lnTo>
                  <a:lnTo>
                    <a:pt x="75315" y="164995"/>
                  </a:lnTo>
                  <a:lnTo>
                    <a:pt x="86606" y="108795"/>
                  </a:lnTo>
                  <a:lnTo>
                    <a:pt x="49023" y="76326"/>
                  </a:lnTo>
                  <a:lnTo>
                    <a:pt x="96394" y="60071"/>
                  </a:lnTo>
                  <a:lnTo>
                    <a:pt x="100555" y="60071"/>
                  </a:lnTo>
                  <a:lnTo>
                    <a:pt x="95378" y="44957"/>
                  </a:lnTo>
                  <a:close/>
                </a:path>
                <a:path w="762635" h="2011679">
                  <a:moveTo>
                    <a:pt x="100555" y="60071"/>
                  </a:moveTo>
                  <a:lnTo>
                    <a:pt x="96394" y="60071"/>
                  </a:lnTo>
                  <a:lnTo>
                    <a:pt x="86606" y="108795"/>
                  </a:lnTo>
                  <a:lnTo>
                    <a:pt x="130122" y="146391"/>
                  </a:lnTo>
                  <a:lnTo>
                    <a:pt x="100555" y="60071"/>
                  </a:lnTo>
                  <a:close/>
                </a:path>
                <a:path w="762635" h="2011679">
                  <a:moveTo>
                    <a:pt x="96394" y="60071"/>
                  </a:moveTo>
                  <a:lnTo>
                    <a:pt x="49023" y="76326"/>
                  </a:lnTo>
                  <a:lnTo>
                    <a:pt x="86606" y="108795"/>
                  </a:lnTo>
                  <a:lnTo>
                    <a:pt x="96394" y="60071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338566" y="6369202"/>
            <a:ext cx="313309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1"/>
              </a:rPr>
              <a:t>https://www.facebook.com/reel/605938575420991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4494" y="971550"/>
            <a:ext cx="9500870" cy="2185670"/>
          </a:xfrm>
          <a:custGeom>
            <a:avLst/>
            <a:gdLst/>
            <a:ahLst/>
            <a:cxnLst/>
            <a:rect l="l" t="t" r="r" b="b"/>
            <a:pathLst>
              <a:path w="9500870" h="2185670">
                <a:moveTo>
                  <a:pt x="0" y="2185416"/>
                </a:moveTo>
                <a:lnTo>
                  <a:pt x="9500616" y="2185416"/>
                </a:lnTo>
                <a:lnTo>
                  <a:pt x="9500616" y="0"/>
                </a:lnTo>
                <a:lnTo>
                  <a:pt x="0" y="0"/>
                </a:lnTo>
                <a:lnTo>
                  <a:pt x="0" y="2185416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5924" y="1189101"/>
            <a:ext cx="9434195" cy="195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6385" algn="l"/>
              </a:tabLst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As</a:t>
            </a:r>
            <a:r>
              <a:rPr sz="1800" b="1" spc="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a</a:t>
            </a:r>
            <a:r>
              <a:rPr sz="1800" b="1" spc="-6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Student/Learner: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6F2F9F"/>
              </a:buClr>
              <a:buFont typeface="Arial MT"/>
              <a:buChar char="•"/>
            </a:pPr>
            <a:endParaRPr sz="1800">
              <a:latin typeface="Arial"/>
              <a:cs typeface="Arial"/>
            </a:endParaRPr>
          </a:p>
          <a:p>
            <a:pPr marL="1115060" lvl="1" indent="-657860">
              <a:lnSpc>
                <a:spcPct val="100000"/>
              </a:lnSpc>
              <a:buFont typeface="Arial MT"/>
              <a:buChar char="•"/>
              <a:tabLst>
                <a:tab pos="1115060" algn="l"/>
              </a:tabLst>
            </a:pPr>
            <a:r>
              <a:rPr sz="1800" b="1" dirty="0">
                <a:solidFill>
                  <a:srgbClr val="333333"/>
                </a:solidFill>
                <a:latin typeface="Arial"/>
                <a:cs typeface="Arial"/>
              </a:rPr>
              <a:t>Use</a:t>
            </a:r>
            <a:r>
              <a:rPr sz="1800" b="1" spc="-1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b="1" spc="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3333"/>
                </a:solidFill>
                <a:latin typeface="Arial"/>
                <a:cs typeface="Arial"/>
              </a:rPr>
              <a:t>for:</a:t>
            </a:r>
            <a:r>
              <a:rPr sz="1800" b="1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Asking</a:t>
            </a:r>
            <a:r>
              <a:rPr sz="180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for</a:t>
            </a:r>
            <a:r>
              <a:rPr sz="1800" spc="-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explanations, </a:t>
            </a:r>
            <a:r>
              <a:rPr sz="1800" spc="-25" dirty="0">
                <a:solidFill>
                  <a:srgbClr val="333333"/>
                </a:solidFill>
                <a:latin typeface="Arial MT"/>
                <a:cs typeface="Arial MT"/>
              </a:rPr>
              <a:t>self-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testing,</a:t>
            </a:r>
            <a:r>
              <a:rPr sz="180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researching,</a:t>
            </a:r>
            <a:r>
              <a:rPr sz="1800" spc="-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sz="18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similar</a:t>
            </a:r>
            <a:r>
              <a:rPr sz="180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Arial MT"/>
                <a:cs typeface="Arial MT"/>
              </a:rPr>
              <a:t>activities.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14"/>
              </a:spcBef>
              <a:buClr>
                <a:srgbClr val="333333"/>
              </a:buClr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1115060" lvl="1" indent="-657860">
              <a:lnSpc>
                <a:spcPct val="100000"/>
              </a:lnSpc>
              <a:buFont typeface="Arial MT"/>
              <a:buChar char="•"/>
              <a:tabLst>
                <a:tab pos="1115060" algn="l"/>
              </a:tabLst>
            </a:pPr>
            <a:r>
              <a:rPr sz="1800" b="1" dirty="0">
                <a:solidFill>
                  <a:srgbClr val="333333"/>
                </a:solidFill>
                <a:latin typeface="Arial"/>
                <a:cs typeface="Arial"/>
              </a:rPr>
              <a:t>Don't</a:t>
            </a:r>
            <a:r>
              <a:rPr sz="1800" b="1" spc="-1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3333"/>
                </a:solidFill>
                <a:latin typeface="Arial"/>
                <a:cs typeface="Arial"/>
              </a:rPr>
              <a:t>use</a:t>
            </a:r>
            <a:r>
              <a:rPr sz="1800" b="1" spc="-1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b="1" spc="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3333"/>
                </a:solidFill>
                <a:latin typeface="Arial"/>
                <a:cs typeface="Arial"/>
              </a:rPr>
              <a:t>for:</a:t>
            </a:r>
            <a:r>
              <a:rPr sz="1800" b="1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Assignments,</a:t>
            </a:r>
            <a:r>
              <a:rPr sz="1800" spc="-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projects,</a:t>
            </a:r>
            <a:r>
              <a:rPr sz="180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tasks,</a:t>
            </a:r>
            <a:r>
              <a:rPr sz="180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or</a:t>
            </a:r>
            <a:r>
              <a:rPr sz="18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topics</a:t>
            </a:r>
            <a:r>
              <a:rPr sz="180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you're</a:t>
            </a:r>
            <a:r>
              <a:rPr sz="1800" spc="-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333"/>
                </a:solidFill>
                <a:latin typeface="Arial MT"/>
                <a:cs typeface="Arial MT"/>
              </a:rPr>
              <a:t>still</a:t>
            </a:r>
            <a:r>
              <a:rPr sz="18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Arial MT"/>
                <a:cs typeface="Arial MT"/>
              </a:rPr>
              <a:t>learning.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14"/>
              </a:spcBef>
              <a:buClr>
                <a:srgbClr val="333333"/>
              </a:buClr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743585" lvl="1" indent="-286385">
              <a:lnSpc>
                <a:spcPct val="100000"/>
              </a:lnSpc>
              <a:buFont typeface="Arial MT"/>
              <a:buChar char="•"/>
              <a:tabLst>
                <a:tab pos="743585" algn="l"/>
              </a:tabLst>
            </a:pP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Build</a:t>
            </a:r>
            <a:r>
              <a:rPr sz="1800" b="1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800" b="1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skills</a:t>
            </a:r>
            <a:r>
              <a:rPr sz="1800" b="1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work</a:t>
            </a:r>
            <a:r>
              <a:rPr sz="18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effectively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both</a:t>
            </a:r>
            <a:r>
              <a:rPr sz="18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8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without</a:t>
            </a:r>
            <a:r>
              <a:rPr sz="18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Segoe UI"/>
                <a:cs typeface="Segoe UI"/>
              </a:rPr>
              <a:t>AI.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17816" y="6342830"/>
            <a:ext cx="3583304" cy="268605"/>
            <a:chOff x="817816" y="6342830"/>
            <a:chExt cx="3583304" cy="268605"/>
          </a:xfrm>
        </p:grpSpPr>
        <p:sp>
          <p:nvSpPr>
            <p:cNvPr id="5" name="object 5"/>
            <p:cNvSpPr/>
            <p:nvPr/>
          </p:nvSpPr>
          <p:spPr>
            <a:xfrm>
              <a:off x="824483" y="6349498"/>
              <a:ext cx="3569970" cy="0"/>
            </a:xfrm>
            <a:custGeom>
              <a:avLst/>
              <a:gdLst/>
              <a:ahLst/>
              <a:cxnLst/>
              <a:rect l="l" t="t" r="r" b="b"/>
              <a:pathLst>
                <a:path w="3569970">
                  <a:moveTo>
                    <a:pt x="0" y="0"/>
                  </a:moveTo>
                  <a:lnTo>
                    <a:pt x="3569969" y="0"/>
                  </a:lnTo>
                </a:path>
              </a:pathLst>
            </a:custGeom>
            <a:ln w="1322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7531" y="6347459"/>
              <a:ext cx="520065" cy="264160"/>
            </a:xfrm>
            <a:custGeom>
              <a:avLst/>
              <a:gdLst/>
              <a:ahLst/>
              <a:cxnLst/>
              <a:rect l="l" t="t" r="r" b="b"/>
              <a:pathLst>
                <a:path w="520065" h="264159">
                  <a:moveTo>
                    <a:pt x="51968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519684" y="263651"/>
                  </a:lnTo>
                  <a:lnTo>
                    <a:pt x="5196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24483" y="1010411"/>
            <a:ext cx="10523220" cy="1195070"/>
            <a:chOff x="824483" y="1010411"/>
            <a:chExt cx="10523220" cy="1195070"/>
          </a:xfrm>
        </p:grpSpPr>
        <p:sp>
          <p:nvSpPr>
            <p:cNvPr id="8" name="object 8"/>
            <p:cNvSpPr/>
            <p:nvPr/>
          </p:nvSpPr>
          <p:spPr>
            <a:xfrm>
              <a:off x="827531" y="1013459"/>
              <a:ext cx="10517505" cy="7620"/>
            </a:xfrm>
            <a:custGeom>
              <a:avLst/>
              <a:gdLst/>
              <a:ahLst/>
              <a:cxnLst/>
              <a:rect l="l" t="t" r="r" b="b"/>
              <a:pathLst>
                <a:path w="10517505" h="7619">
                  <a:moveTo>
                    <a:pt x="0" y="0"/>
                  </a:moveTo>
                  <a:lnTo>
                    <a:pt x="10516997" y="7112"/>
                  </a:lnTo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5355" y="1560575"/>
              <a:ext cx="228600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5355" y="1972055"/>
              <a:ext cx="233171" cy="233172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591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</a:rPr>
              <a:t>How</a:t>
            </a:r>
            <a:r>
              <a:rPr sz="2400" spc="-50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to</a:t>
            </a:r>
            <a:r>
              <a:rPr sz="2400" spc="-30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use</a:t>
            </a:r>
            <a:r>
              <a:rPr sz="2400" spc="-40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the</a:t>
            </a:r>
            <a:r>
              <a:rPr sz="2400" spc="-20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AI</a:t>
            </a:r>
            <a:r>
              <a:rPr sz="2400" spc="-35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tools</a:t>
            </a:r>
            <a:r>
              <a:rPr sz="2400" spc="-40" dirty="0">
                <a:solidFill>
                  <a:srgbClr val="333333"/>
                </a:solidFill>
              </a:rPr>
              <a:t> </a:t>
            </a:r>
            <a:r>
              <a:rPr sz="2400" spc="-10" dirty="0">
                <a:solidFill>
                  <a:srgbClr val="333333"/>
                </a:solidFill>
              </a:rPr>
              <a:t>responsibly?</a:t>
            </a:r>
            <a:endParaRPr sz="2400"/>
          </a:p>
        </p:txBody>
      </p:sp>
      <p:sp>
        <p:nvSpPr>
          <p:cNvPr id="12" name="object 12"/>
          <p:cNvSpPr txBox="1"/>
          <p:nvPr/>
        </p:nvSpPr>
        <p:spPr>
          <a:xfrm>
            <a:off x="1005332" y="636645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12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94453" y="3739134"/>
            <a:ext cx="7661275" cy="2741930"/>
          </a:xfrm>
          <a:custGeom>
            <a:avLst/>
            <a:gdLst/>
            <a:ahLst/>
            <a:cxnLst/>
            <a:rect l="l" t="t" r="r" b="b"/>
            <a:pathLst>
              <a:path w="7661275" h="2741929">
                <a:moveTo>
                  <a:pt x="0" y="2741676"/>
                </a:moveTo>
                <a:lnTo>
                  <a:pt x="7661148" y="2741676"/>
                </a:lnTo>
                <a:lnTo>
                  <a:pt x="7661148" y="0"/>
                </a:lnTo>
                <a:lnTo>
                  <a:pt x="0" y="0"/>
                </a:lnTo>
                <a:lnTo>
                  <a:pt x="0" y="2741676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07153" y="3956684"/>
            <a:ext cx="7590155" cy="2503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6385" algn="l"/>
              </a:tabLst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In</a:t>
            </a:r>
            <a:r>
              <a:rPr sz="1800" b="1" spc="-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a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Job</a:t>
            </a:r>
            <a:r>
              <a:rPr sz="1800" b="1" spc="-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or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Freelancing: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6F2F9F"/>
              </a:buClr>
              <a:buFont typeface="Arial MT"/>
              <a:buChar char="•"/>
            </a:pPr>
            <a:endParaRPr sz="1800">
              <a:latin typeface="Arial"/>
              <a:cs typeface="Arial"/>
            </a:endParaRPr>
          </a:p>
          <a:p>
            <a:pPr marL="743585" lvl="1" indent="-286385">
              <a:lnSpc>
                <a:spcPct val="100000"/>
              </a:lnSpc>
              <a:buFont typeface="Arial MT"/>
              <a:buChar char="•"/>
              <a:tabLst>
                <a:tab pos="743585" algn="l"/>
              </a:tabLst>
            </a:pP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Check</a:t>
            </a:r>
            <a:r>
              <a:rPr sz="18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first</a:t>
            </a:r>
            <a:r>
              <a:rPr sz="1800" b="1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if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tool</a:t>
            </a:r>
            <a:r>
              <a:rPr sz="18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usage</a:t>
            </a:r>
            <a:r>
              <a:rPr sz="18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8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permitted</a:t>
            </a:r>
            <a:r>
              <a:rPr sz="18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which</a:t>
            </a:r>
            <a:r>
              <a:rPr sz="18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8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8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allowed.</a:t>
            </a:r>
            <a:endParaRPr sz="1800">
              <a:latin typeface="Segoe UI"/>
              <a:cs typeface="Segoe UI"/>
            </a:endParaRPr>
          </a:p>
          <a:p>
            <a:pPr marL="743585" lvl="1" indent="-286385">
              <a:lnSpc>
                <a:spcPct val="100000"/>
              </a:lnSpc>
              <a:spcBef>
                <a:spcPts val="2185"/>
              </a:spcBef>
              <a:buFont typeface="Arial MT"/>
              <a:buChar char="•"/>
              <a:tabLst>
                <a:tab pos="743585" algn="l"/>
              </a:tabLst>
            </a:pP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800" b="1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b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b="1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boost</a:t>
            </a:r>
            <a:r>
              <a:rPr sz="1800" b="1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productivity</a:t>
            </a:r>
            <a:r>
              <a:rPr sz="1800" b="1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improve</a:t>
            </a:r>
            <a:r>
              <a:rPr sz="18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8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work.</a:t>
            </a:r>
            <a:endParaRPr sz="1800">
              <a:latin typeface="Segoe UI"/>
              <a:cs typeface="Segoe UI"/>
            </a:endParaRPr>
          </a:p>
          <a:p>
            <a:pPr marL="743585" lvl="1" indent="-286385">
              <a:lnSpc>
                <a:spcPct val="100000"/>
              </a:lnSpc>
              <a:spcBef>
                <a:spcPts val="2185"/>
              </a:spcBef>
              <a:buFont typeface="Arial MT"/>
              <a:buChar char="•"/>
              <a:tabLst>
                <a:tab pos="743585" algn="l"/>
              </a:tabLst>
            </a:pP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Always</a:t>
            </a:r>
            <a:r>
              <a:rPr sz="1800" b="1" spc="-10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review</a:t>
            </a:r>
            <a:r>
              <a:rPr sz="1800" b="1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Segoe UI"/>
                <a:cs typeface="Segoe UI"/>
              </a:rPr>
              <a:t>AI-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generated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content</a:t>
            </a:r>
            <a:r>
              <a:rPr sz="18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carefully.</a:t>
            </a:r>
            <a:endParaRPr sz="1800">
              <a:latin typeface="Segoe UI"/>
              <a:cs typeface="Segoe UI"/>
            </a:endParaRPr>
          </a:p>
          <a:p>
            <a:pPr marL="743585" lvl="1" indent="-286385">
              <a:lnSpc>
                <a:spcPct val="100000"/>
              </a:lnSpc>
              <a:spcBef>
                <a:spcPts val="2175"/>
              </a:spcBef>
              <a:buFont typeface="Arial MT"/>
              <a:buChar char="•"/>
              <a:tabLst>
                <a:tab pos="743585" algn="l"/>
              </a:tabLst>
            </a:pP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Don't</a:t>
            </a:r>
            <a:r>
              <a:rPr sz="1800" b="1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rely</a:t>
            </a:r>
            <a:r>
              <a:rPr sz="1800" b="1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8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8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8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8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have</a:t>
            </a:r>
            <a:r>
              <a:rPr sz="18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no</a:t>
            </a:r>
            <a:r>
              <a:rPr sz="18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prior</a:t>
            </a:r>
            <a:r>
              <a:rPr sz="18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knowledge</a:t>
            </a:r>
            <a:r>
              <a:rPr sz="1800" spc="-25" dirty="0">
                <a:solidFill>
                  <a:srgbClr val="333333"/>
                </a:solidFill>
                <a:latin typeface="Segoe UI"/>
                <a:cs typeface="Segoe UI"/>
              </a:rPr>
              <a:t> of.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79347" y="3319335"/>
            <a:ext cx="3001010" cy="3043555"/>
            <a:chOff x="879347" y="3319335"/>
            <a:chExt cx="3001010" cy="3043555"/>
          </a:xfrm>
        </p:grpSpPr>
        <p:pic>
          <p:nvPicPr>
            <p:cNvPr id="16" name="object 16" descr="Adding AI to Cheating and Plagiarism Policy | Kent State University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9347" y="3319335"/>
              <a:ext cx="3000882" cy="3043428"/>
            </a:xfrm>
            <a:prstGeom prst="rect">
              <a:avLst/>
            </a:prstGeom>
          </p:spPr>
        </p:pic>
        <p:pic>
          <p:nvPicPr>
            <p:cNvPr id="17" name="object 17" descr="Adding AI to Cheating and Plagiarism Policy | Kent State University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4419" y="3514343"/>
              <a:ext cx="2430780" cy="247345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7176" y="25398"/>
            <a:ext cx="1770423" cy="68325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14400" y="-4762"/>
            <a:ext cx="10177780" cy="6867525"/>
            <a:chOff x="914400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25398"/>
              <a:ext cx="1785749" cy="68325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23188" y="0"/>
              <a:ext cx="9964420" cy="6858000"/>
            </a:xfrm>
            <a:custGeom>
              <a:avLst/>
              <a:gdLst/>
              <a:ahLst/>
              <a:cxnLst/>
              <a:rect l="l" t="t" r="r" b="b"/>
              <a:pathLst>
                <a:path w="9964420" h="6858000">
                  <a:moveTo>
                    <a:pt x="8368030" y="0"/>
                  </a:moveTo>
                  <a:lnTo>
                    <a:pt x="1595882" y="0"/>
                  </a:lnTo>
                  <a:lnTo>
                    <a:pt x="1459230" y="130301"/>
                  </a:lnTo>
                  <a:lnTo>
                    <a:pt x="1425194" y="164719"/>
                  </a:lnTo>
                  <a:lnTo>
                    <a:pt x="1391412" y="199390"/>
                  </a:lnTo>
                  <a:lnTo>
                    <a:pt x="1358011" y="234442"/>
                  </a:lnTo>
                  <a:lnTo>
                    <a:pt x="1324991" y="269875"/>
                  </a:lnTo>
                  <a:lnTo>
                    <a:pt x="1292225" y="305561"/>
                  </a:lnTo>
                  <a:lnTo>
                    <a:pt x="1259839" y="341629"/>
                  </a:lnTo>
                  <a:lnTo>
                    <a:pt x="1227836" y="377951"/>
                  </a:lnTo>
                  <a:lnTo>
                    <a:pt x="1196086" y="414527"/>
                  </a:lnTo>
                  <a:lnTo>
                    <a:pt x="1164717" y="451485"/>
                  </a:lnTo>
                  <a:lnTo>
                    <a:pt x="1133729" y="488823"/>
                  </a:lnTo>
                  <a:lnTo>
                    <a:pt x="1103122" y="526288"/>
                  </a:lnTo>
                  <a:lnTo>
                    <a:pt x="1072895" y="564134"/>
                  </a:lnTo>
                  <a:lnTo>
                    <a:pt x="1043051" y="602361"/>
                  </a:lnTo>
                  <a:lnTo>
                    <a:pt x="1013460" y="640841"/>
                  </a:lnTo>
                  <a:lnTo>
                    <a:pt x="984250" y="679576"/>
                  </a:lnTo>
                  <a:lnTo>
                    <a:pt x="955548" y="718565"/>
                  </a:lnTo>
                  <a:lnTo>
                    <a:pt x="927100" y="757936"/>
                  </a:lnTo>
                  <a:lnTo>
                    <a:pt x="899032" y="797560"/>
                  </a:lnTo>
                  <a:lnTo>
                    <a:pt x="871347" y="837438"/>
                  </a:lnTo>
                  <a:lnTo>
                    <a:pt x="844042" y="877697"/>
                  </a:lnTo>
                  <a:lnTo>
                    <a:pt x="817118" y="918083"/>
                  </a:lnTo>
                  <a:lnTo>
                    <a:pt x="790575" y="958850"/>
                  </a:lnTo>
                  <a:lnTo>
                    <a:pt x="764413" y="999871"/>
                  </a:lnTo>
                  <a:lnTo>
                    <a:pt x="738759" y="1041146"/>
                  </a:lnTo>
                  <a:lnTo>
                    <a:pt x="713359" y="1082802"/>
                  </a:lnTo>
                  <a:lnTo>
                    <a:pt x="688339" y="1124585"/>
                  </a:lnTo>
                  <a:lnTo>
                    <a:pt x="663829" y="1166622"/>
                  </a:lnTo>
                  <a:lnTo>
                    <a:pt x="639699" y="1209039"/>
                  </a:lnTo>
                  <a:lnTo>
                    <a:pt x="615950" y="1251585"/>
                  </a:lnTo>
                  <a:lnTo>
                    <a:pt x="592582" y="1294511"/>
                  </a:lnTo>
                  <a:lnTo>
                    <a:pt x="569594" y="1337564"/>
                  </a:lnTo>
                  <a:lnTo>
                    <a:pt x="547116" y="1380871"/>
                  </a:lnTo>
                  <a:lnTo>
                    <a:pt x="525018" y="1424559"/>
                  </a:lnTo>
                  <a:lnTo>
                    <a:pt x="503300" y="1468374"/>
                  </a:lnTo>
                  <a:lnTo>
                    <a:pt x="481965" y="1512442"/>
                  </a:lnTo>
                  <a:lnTo>
                    <a:pt x="461137" y="1556765"/>
                  </a:lnTo>
                  <a:lnTo>
                    <a:pt x="440690" y="1601342"/>
                  </a:lnTo>
                  <a:lnTo>
                    <a:pt x="420750" y="1646174"/>
                  </a:lnTo>
                  <a:lnTo>
                    <a:pt x="401066" y="1691259"/>
                  </a:lnTo>
                  <a:lnTo>
                    <a:pt x="382016" y="1736471"/>
                  </a:lnTo>
                  <a:lnTo>
                    <a:pt x="363220" y="1781937"/>
                  </a:lnTo>
                  <a:lnTo>
                    <a:pt x="344931" y="1827657"/>
                  </a:lnTo>
                  <a:lnTo>
                    <a:pt x="327152" y="1873630"/>
                  </a:lnTo>
                  <a:lnTo>
                    <a:pt x="309753" y="1919732"/>
                  </a:lnTo>
                  <a:lnTo>
                    <a:pt x="292862" y="1966214"/>
                  </a:lnTo>
                  <a:lnTo>
                    <a:pt x="276352" y="2012696"/>
                  </a:lnTo>
                  <a:lnTo>
                    <a:pt x="260223" y="2059559"/>
                  </a:lnTo>
                  <a:lnTo>
                    <a:pt x="244728" y="2106549"/>
                  </a:lnTo>
                  <a:lnTo>
                    <a:pt x="229489" y="2153792"/>
                  </a:lnTo>
                  <a:lnTo>
                    <a:pt x="214884" y="2201164"/>
                  </a:lnTo>
                  <a:lnTo>
                    <a:pt x="200659" y="2248789"/>
                  </a:lnTo>
                  <a:lnTo>
                    <a:pt x="186817" y="2296541"/>
                  </a:lnTo>
                  <a:lnTo>
                    <a:pt x="173609" y="2344547"/>
                  </a:lnTo>
                  <a:lnTo>
                    <a:pt x="160781" y="2392807"/>
                  </a:lnTo>
                  <a:lnTo>
                    <a:pt x="148336" y="2441194"/>
                  </a:lnTo>
                  <a:lnTo>
                    <a:pt x="136512" y="2489835"/>
                  </a:lnTo>
                  <a:lnTo>
                    <a:pt x="125107" y="2538476"/>
                  </a:lnTo>
                  <a:lnTo>
                    <a:pt x="114185" y="2587498"/>
                  </a:lnTo>
                  <a:lnTo>
                    <a:pt x="103746" y="2636647"/>
                  </a:lnTo>
                  <a:lnTo>
                    <a:pt x="93789" y="2685923"/>
                  </a:lnTo>
                  <a:lnTo>
                    <a:pt x="84315" y="2735453"/>
                  </a:lnTo>
                  <a:lnTo>
                    <a:pt x="75323" y="2784983"/>
                  </a:lnTo>
                  <a:lnTo>
                    <a:pt x="66840" y="2834894"/>
                  </a:lnTo>
                  <a:lnTo>
                    <a:pt x="58839" y="2884804"/>
                  </a:lnTo>
                  <a:lnTo>
                    <a:pt x="51346" y="2934970"/>
                  </a:lnTo>
                  <a:lnTo>
                    <a:pt x="44348" y="2985262"/>
                  </a:lnTo>
                  <a:lnTo>
                    <a:pt x="37846" y="3035808"/>
                  </a:lnTo>
                  <a:lnTo>
                    <a:pt x="31851" y="3086354"/>
                  </a:lnTo>
                  <a:lnTo>
                    <a:pt x="26365" y="3137154"/>
                  </a:lnTo>
                  <a:lnTo>
                    <a:pt x="21399" y="3188080"/>
                  </a:lnTo>
                  <a:lnTo>
                    <a:pt x="16929" y="3239262"/>
                  </a:lnTo>
                  <a:lnTo>
                    <a:pt x="12979" y="3290442"/>
                  </a:lnTo>
                  <a:lnTo>
                    <a:pt x="9550" y="3341751"/>
                  </a:lnTo>
                  <a:lnTo>
                    <a:pt x="6642" y="3393313"/>
                  </a:lnTo>
                  <a:lnTo>
                    <a:pt x="4254" y="3445002"/>
                  </a:lnTo>
                  <a:lnTo>
                    <a:pt x="2400" y="3496817"/>
                  </a:lnTo>
                  <a:lnTo>
                    <a:pt x="1066" y="3548634"/>
                  </a:lnTo>
                  <a:lnTo>
                    <a:pt x="266" y="3600704"/>
                  </a:lnTo>
                  <a:lnTo>
                    <a:pt x="0" y="3652901"/>
                  </a:lnTo>
                  <a:lnTo>
                    <a:pt x="266" y="3705225"/>
                  </a:lnTo>
                  <a:lnTo>
                    <a:pt x="1066" y="3757295"/>
                  </a:lnTo>
                  <a:lnTo>
                    <a:pt x="2412" y="3809365"/>
                  </a:lnTo>
                  <a:lnTo>
                    <a:pt x="4279" y="3861180"/>
                  </a:lnTo>
                  <a:lnTo>
                    <a:pt x="6667" y="3912870"/>
                  </a:lnTo>
                  <a:lnTo>
                    <a:pt x="9588" y="3964558"/>
                  </a:lnTo>
                  <a:lnTo>
                    <a:pt x="13030" y="4015994"/>
                  </a:lnTo>
                  <a:lnTo>
                    <a:pt x="16992" y="4067302"/>
                  </a:lnTo>
                  <a:lnTo>
                    <a:pt x="21475" y="4118482"/>
                  </a:lnTo>
                  <a:lnTo>
                    <a:pt x="26466" y="4169537"/>
                  </a:lnTo>
                  <a:lnTo>
                    <a:pt x="31965" y="4220337"/>
                  </a:lnTo>
                  <a:lnTo>
                    <a:pt x="37985" y="4271010"/>
                  </a:lnTo>
                  <a:lnTo>
                    <a:pt x="44500" y="4321683"/>
                  </a:lnTo>
                  <a:lnTo>
                    <a:pt x="51523" y="4371975"/>
                  </a:lnTo>
                  <a:lnTo>
                    <a:pt x="59055" y="4422267"/>
                  </a:lnTo>
                  <a:lnTo>
                    <a:pt x="67081" y="4472305"/>
                  </a:lnTo>
                  <a:lnTo>
                    <a:pt x="75603" y="4522216"/>
                  </a:lnTo>
                  <a:lnTo>
                    <a:pt x="84607" y="4572000"/>
                  </a:lnTo>
                  <a:lnTo>
                    <a:pt x="94119" y="4621530"/>
                  </a:lnTo>
                  <a:lnTo>
                    <a:pt x="104114" y="4670933"/>
                  </a:lnTo>
                  <a:lnTo>
                    <a:pt x="114592" y="4720082"/>
                  </a:lnTo>
                  <a:lnTo>
                    <a:pt x="125552" y="4769104"/>
                  </a:lnTo>
                  <a:lnTo>
                    <a:pt x="136994" y="4817999"/>
                  </a:lnTo>
                  <a:lnTo>
                    <a:pt x="148971" y="4866640"/>
                  </a:lnTo>
                  <a:lnTo>
                    <a:pt x="161290" y="4915154"/>
                  </a:lnTo>
                  <a:lnTo>
                    <a:pt x="174244" y="4963414"/>
                  </a:lnTo>
                  <a:lnTo>
                    <a:pt x="187578" y="5011420"/>
                  </a:lnTo>
                  <a:lnTo>
                    <a:pt x="201295" y="5059299"/>
                  </a:lnTo>
                  <a:lnTo>
                    <a:pt x="215646" y="5107051"/>
                  </a:lnTo>
                  <a:lnTo>
                    <a:pt x="230378" y="5154549"/>
                  </a:lnTo>
                  <a:lnTo>
                    <a:pt x="245490" y="5201793"/>
                  </a:lnTo>
                  <a:lnTo>
                    <a:pt x="261112" y="5248910"/>
                  </a:lnTo>
                  <a:lnTo>
                    <a:pt x="277241" y="5295773"/>
                  </a:lnTo>
                  <a:lnTo>
                    <a:pt x="293878" y="5342382"/>
                  </a:lnTo>
                  <a:lnTo>
                    <a:pt x="310896" y="5388864"/>
                  </a:lnTo>
                  <a:lnTo>
                    <a:pt x="328295" y="5435092"/>
                  </a:lnTo>
                  <a:lnTo>
                    <a:pt x="346202" y="5481066"/>
                  </a:lnTo>
                  <a:lnTo>
                    <a:pt x="364490" y="5526913"/>
                  </a:lnTo>
                  <a:lnTo>
                    <a:pt x="383286" y="5572379"/>
                  </a:lnTo>
                  <a:lnTo>
                    <a:pt x="402463" y="5617768"/>
                  </a:lnTo>
                  <a:lnTo>
                    <a:pt x="422148" y="5662866"/>
                  </a:lnTo>
                  <a:lnTo>
                    <a:pt x="442214" y="5707735"/>
                  </a:lnTo>
                  <a:lnTo>
                    <a:pt x="462788" y="5752363"/>
                  </a:lnTo>
                  <a:lnTo>
                    <a:pt x="483616" y="5796762"/>
                  </a:lnTo>
                  <a:lnTo>
                    <a:pt x="505079" y="5840907"/>
                  </a:lnTo>
                  <a:lnTo>
                    <a:pt x="526795" y="5884824"/>
                  </a:lnTo>
                  <a:lnTo>
                    <a:pt x="549020" y="5928487"/>
                  </a:lnTo>
                  <a:lnTo>
                    <a:pt x="571626" y="5971895"/>
                  </a:lnTo>
                  <a:lnTo>
                    <a:pt x="594613" y="6015062"/>
                  </a:lnTo>
                  <a:lnTo>
                    <a:pt x="617982" y="6057976"/>
                  </a:lnTo>
                  <a:lnTo>
                    <a:pt x="641857" y="6100635"/>
                  </a:lnTo>
                  <a:lnTo>
                    <a:pt x="666114" y="6143028"/>
                  </a:lnTo>
                  <a:lnTo>
                    <a:pt x="690753" y="6185154"/>
                  </a:lnTo>
                  <a:lnTo>
                    <a:pt x="715772" y="6227025"/>
                  </a:lnTo>
                  <a:lnTo>
                    <a:pt x="741299" y="6268631"/>
                  </a:lnTo>
                  <a:lnTo>
                    <a:pt x="767080" y="6309969"/>
                  </a:lnTo>
                  <a:lnTo>
                    <a:pt x="793369" y="6351028"/>
                  </a:lnTo>
                  <a:lnTo>
                    <a:pt x="819912" y="6391808"/>
                  </a:lnTo>
                  <a:lnTo>
                    <a:pt x="846963" y="6432321"/>
                  </a:lnTo>
                  <a:lnTo>
                    <a:pt x="874268" y="6472542"/>
                  </a:lnTo>
                  <a:lnTo>
                    <a:pt x="902081" y="6512496"/>
                  </a:lnTo>
                  <a:lnTo>
                    <a:pt x="930275" y="6552158"/>
                  </a:lnTo>
                  <a:lnTo>
                    <a:pt x="958723" y="6591528"/>
                  </a:lnTo>
                  <a:lnTo>
                    <a:pt x="987679" y="6630619"/>
                  </a:lnTo>
                  <a:lnTo>
                    <a:pt x="1016888" y="6669405"/>
                  </a:lnTo>
                  <a:lnTo>
                    <a:pt x="1046480" y="6707898"/>
                  </a:lnTo>
                  <a:lnTo>
                    <a:pt x="1076579" y="6746093"/>
                  </a:lnTo>
                  <a:lnTo>
                    <a:pt x="1106932" y="6783989"/>
                  </a:lnTo>
                  <a:lnTo>
                    <a:pt x="1137666" y="6821581"/>
                  </a:lnTo>
                  <a:lnTo>
                    <a:pt x="1169162" y="6857998"/>
                  </a:lnTo>
                  <a:lnTo>
                    <a:pt x="8794750" y="6857998"/>
                  </a:lnTo>
                  <a:lnTo>
                    <a:pt x="8826246" y="6821581"/>
                  </a:lnTo>
                  <a:lnTo>
                    <a:pt x="8856980" y="6783989"/>
                  </a:lnTo>
                  <a:lnTo>
                    <a:pt x="8887333" y="6746093"/>
                  </a:lnTo>
                  <a:lnTo>
                    <a:pt x="8917432" y="6707898"/>
                  </a:lnTo>
                  <a:lnTo>
                    <a:pt x="8947023" y="6669405"/>
                  </a:lnTo>
                  <a:lnTo>
                    <a:pt x="8976233" y="6630619"/>
                  </a:lnTo>
                  <a:lnTo>
                    <a:pt x="9005189" y="6591528"/>
                  </a:lnTo>
                  <a:lnTo>
                    <a:pt x="9033637" y="6552158"/>
                  </a:lnTo>
                  <a:lnTo>
                    <a:pt x="9061831" y="6512496"/>
                  </a:lnTo>
                  <a:lnTo>
                    <a:pt x="9089644" y="6472542"/>
                  </a:lnTo>
                  <a:lnTo>
                    <a:pt x="9116948" y="6432321"/>
                  </a:lnTo>
                  <a:lnTo>
                    <a:pt x="9144000" y="6391808"/>
                  </a:lnTo>
                  <a:lnTo>
                    <a:pt x="9170542" y="6351028"/>
                  </a:lnTo>
                  <a:lnTo>
                    <a:pt x="9196832" y="6309969"/>
                  </a:lnTo>
                  <a:lnTo>
                    <a:pt x="9222613" y="6268631"/>
                  </a:lnTo>
                  <a:lnTo>
                    <a:pt x="9248140" y="6227025"/>
                  </a:lnTo>
                  <a:lnTo>
                    <a:pt x="9273159" y="6185154"/>
                  </a:lnTo>
                  <a:lnTo>
                    <a:pt x="9297796" y="6143028"/>
                  </a:lnTo>
                  <a:lnTo>
                    <a:pt x="9322054" y="6100635"/>
                  </a:lnTo>
                  <a:lnTo>
                    <a:pt x="9345803" y="6057976"/>
                  </a:lnTo>
                  <a:lnTo>
                    <a:pt x="9369298" y="6015062"/>
                  </a:lnTo>
                  <a:lnTo>
                    <a:pt x="9392285" y="5971895"/>
                  </a:lnTo>
                  <a:lnTo>
                    <a:pt x="9414891" y="5928487"/>
                  </a:lnTo>
                  <a:lnTo>
                    <a:pt x="9437116" y="5884824"/>
                  </a:lnTo>
                  <a:lnTo>
                    <a:pt x="9458833" y="5840907"/>
                  </a:lnTo>
                  <a:lnTo>
                    <a:pt x="9480296" y="5796762"/>
                  </a:lnTo>
                  <a:lnTo>
                    <a:pt x="9501123" y="5752363"/>
                  </a:lnTo>
                  <a:lnTo>
                    <a:pt x="9521698" y="5707735"/>
                  </a:lnTo>
                  <a:lnTo>
                    <a:pt x="9541764" y="5662866"/>
                  </a:lnTo>
                  <a:lnTo>
                    <a:pt x="9561448" y="5617768"/>
                  </a:lnTo>
                  <a:lnTo>
                    <a:pt x="9580626" y="5572379"/>
                  </a:lnTo>
                  <a:lnTo>
                    <a:pt x="9599421" y="5526913"/>
                  </a:lnTo>
                  <a:lnTo>
                    <a:pt x="9617710" y="5481066"/>
                  </a:lnTo>
                  <a:lnTo>
                    <a:pt x="9635617" y="5435092"/>
                  </a:lnTo>
                  <a:lnTo>
                    <a:pt x="9653016" y="5388864"/>
                  </a:lnTo>
                  <a:lnTo>
                    <a:pt x="9670034" y="5342382"/>
                  </a:lnTo>
                  <a:lnTo>
                    <a:pt x="9686671" y="5295773"/>
                  </a:lnTo>
                  <a:lnTo>
                    <a:pt x="9702673" y="5248910"/>
                  </a:lnTo>
                  <a:lnTo>
                    <a:pt x="9718421" y="5201793"/>
                  </a:lnTo>
                  <a:lnTo>
                    <a:pt x="9733534" y="5154549"/>
                  </a:lnTo>
                  <a:lnTo>
                    <a:pt x="9748266" y="5107051"/>
                  </a:lnTo>
                  <a:lnTo>
                    <a:pt x="9762617" y="5059299"/>
                  </a:lnTo>
                  <a:lnTo>
                    <a:pt x="9776333" y="5011420"/>
                  </a:lnTo>
                  <a:lnTo>
                    <a:pt x="9789667" y="4963414"/>
                  </a:lnTo>
                  <a:lnTo>
                    <a:pt x="9802621" y="4915154"/>
                  </a:lnTo>
                  <a:lnTo>
                    <a:pt x="9814941" y="4866640"/>
                  </a:lnTo>
                  <a:lnTo>
                    <a:pt x="9826879" y="4817999"/>
                  </a:lnTo>
                  <a:lnTo>
                    <a:pt x="9838309" y="4769104"/>
                  </a:lnTo>
                  <a:lnTo>
                    <a:pt x="9849358" y="4720082"/>
                  </a:lnTo>
                  <a:lnTo>
                    <a:pt x="9859771" y="4670933"/>
                  </a:lnTo>
                  <a:lnTo>
                    <a:pt x="9869805" y="4621530"/>
                  </a:lnTo>
                  <a:lnTo>
                    <a:pt x="9879330" y="4572000"/>
                  </a:lnTo>
                  <a:lnTo>
                    <a:pt x="9888346" y="4522216"/>
                  </a:lnTo>
                  <a:lnTo>
                    <a:pt x="9896856" y="4472305"/>
                  </a:lnTo>
                  <a:lnTo>
                    <a:pt x="9904857" y="4422267"/>
                  </a:lnTo>
                  <a:lnTo>
                    <a:pt x="9912350" y="4371975"/>
                  </a:lnTo>
                  <a:lnTo>
                    <a:pt x="9919462" y="4321683"/>
                  </a:lnTo>
                  <a:lnTo>
                    <a:pt x="9925939" y="4271010"/>
                  </a:lnTo>
                  <a:lnTo>
                    <a:pt x="9931908" y="4220337"/>
                  </a:lnTo>
                  <a:lnTo>
                    <a:pt x="9937496" y="4169537"/>
                  </a:lnTo>
                  <a:lnTo>
                    <a:pt x="9942448" y="4118482"/>
                  </a:lnTo>
                  <a:lnTo>
                    <a:pt x="9946894" y="4067302"/>
                  </a:lnTo>
                  <a:lnTo>
                    <a:pt x="9950831" y="4015994"/>
                  </a:lnTo>
                  <a:lnTo>
                    <a:pt x="9954260" y="3964558"/>
                  </a:lnTo>
                  <a:lnTo>
                    <a:pt x="9957181" y="3912870"/>
                  </a:lnTo>
                  <a:lnTo>
                    <a:pt x="9959594" y="3861180"/>
                  </a:lnTo>
                  <a:lnTo>
                    <a:pt x="9961498" y="3809365"/>
                  </a:lnTo>
                  <a:lnTo>
                    <a:pt x="9962896" y="3757295"/>
                  </a:lnTo>
                  <a:lnTo>
                    <a:pt x="9963658" y="3705225"/>
                  </a:lnTo>
                  <a:lnTo>
                    <a:pt x="9963912" y="3652901"/>
                  </a:lnTo>
                  <a:lnTo>
                    <a:pt x="9963658" y="3600704"/>
                  </a:lnTo>
                  <a:lnTo>
                    <a:pt x="9962896" y="3548634"/>
                  </a:lnTo>
                  <a:lnTo>
                    <a:pt x="9961498" y="3496817"/>
                  </a:lnTo>
                  <a:lnTo>
                    <a:pt x="9959594" y="3445002"/>
                  </a:lnTo>
                  <a:lnTo>
                    <a:pt x="9957308" y="3393313"/>
                  </a:lnTo>
                  <a:lnTo>
                    <a:pt x="9954387" y="3341751"/>
                  </a:lnTo>
                  <a:lnTo>
                    <a:pt x="9950958" y="3290442"/>
                  </a:lnTo>
                  <a:lnTo>
                    <a:pt x="9947021" y="3239262"/>
                  </a:lnTo>
                  <a:lnTo>
                    <a:pt x="9942576" y="3188080"/>
                  </a:lnTo>
                  <a:lnTo>
                    <a:pt x="9937496" y="3137154"/>
                  </a:lnTo>
                  <a:lnTo>
                    <a:pt x="9932035" y="3086354"/>
                  </a:lnTo>
                  <a:lnTo>
                    <a:pt x="9926066" y="3035808"/>
                  </a:lnTo>
                  <a:lnTo>
                    <a:pt x="9919589" y="2985262"/>
                  </a:lnTo>
                  <a:lnTo>
                    <a:pt x="9912604" y="2934970"/>
                  </a:lnTo>
                  <a:lnTo>
                    <a:pt x="9905111" y="2884804"/>
                  </a:lnTo>
                  <a:lnTo>
                    <a:pt x="9897110" y="2834894"/>
                  </a:lnTo>
                  <a:lnTo>
                    <a:pt x="9888601" y="2784983"/>
                  </a:lnTo>
                  <a:lnTo>
                    <a:pt x="9879584" y="2735453"/>
                  </a:lnTo>
                  <a:lnTo>
                    <a:pt x="9870186" y="2685923"/>
                  </a:lnTo>
                  <a:lnTo>
                    <a:pt x="9860153" y="2636647"/>
                  </a:lnTo>
                  <a:lnTo>
                    <a:pt x="9849739" y="2587498"/>
                  </a:lnTo>
                  <a:lnTo>
                    <a:pt x="9838817" y="2538476"/>
                  </a:lnTo>
                  <a:lnTo>
                    <a:pt x="9827387" y="2489835"/>
                  </a:lnTo>
                  <a:lnTo>
                    <a:pt x="9815576" y="2441194"/>
                  </a:lnTo>
                  <a:lnTo>
                    <a:pt x="9803130" y="2392807"/>
                  </a:lnTo>
                  <a:lnTo>
                    <a:pt x="9790303" y="2344547"/>
                  </a:lnTo>
                  <a:lnTo>
                    <a:pt x="9777094" y="2296541"/>
                  </a:lnTo>
                  <a:lnTo>
                    <a:pt x="9763252" y="2248789"/>
                  </a:lnTo>
                  <a:lnTo>
                    <a:pt x="9749028" y="2201164"/>
                  </a:lnTo>
                  <a:lnTo>
                    <a:pt x="9734423" y="2153792"/>
                  </a:lnTo>
                  <a:lnTo>
                    <a:pt x="9719183" y="2106549"/>
                  </a:lnTo>
                  <a:lnTo>
                    <a:pt x="9703689" y="2059559"/>
                  </a:lnTo>
                  <a:lnTo>
                    <a:pt x="9687560" y="2012696"/>
                  </a:lnTo>
                  <a:lnTo>
                    <a:pt x="9671050" y="1966214"/>
                  </a:lnTo>
                  <a:lnTo>
                    <a:pt x="9654159" y="1919732"/>
                  </a:lnTo>
                  <a:lnTo>
                    <a:pt x="9636760" y="1873630"/>
                  </a:lnTo>
                  <a:lnTo>
                    <a:pt x="9618980" y="1827657"/>
                  </a:lnTo>
                  <a:lnTo>
                    <a:pt x="9600692" y="1781937"/>
                  </a:lnTo>
                  <a:lnTo>
                    <a:pt x="9581896" y="1736471"/>
                  </a:lnTo>
                  <a:lnTo>
                    <a:pt x="9562846" y="1691259"/>
                  </a:lnTo>
                  <a:lnTo>
                    <a:pt x="9543161" y="1646174"/>
                  </a:lnTo>
                  <a:lnTo>
                    <a:pt x="9523221" y="1601342"/>
                  </a:lnTo>
                  <a:lnTo>
                    <a:pt x="9502775" y="1556765"/>
                  </a:lnTo>
                  <a:lnTo>
                    <a:pt x="9481946" y="1512442"/>
                  </a:lnTo>
                  <a:lnTo>
                    <a:pt x="9460611" y="1468374"/>
                  </a:lnTo>
                  <a:lnTo>
                    <a:pt x="9438894" y="1424559"/>
                  </a:lnTo>
                  <a:lnTo>
                    <a:pt x="9416796" y="1380871"/>
                  </a:lnTo>
                  <a:lnTo>
                    <a:pt x="9394317" y="1337564"/>
                  </a:lnTo>
                  <a:lnTo>
                    <a:pt x="9371330" y="1294511"/>
                  </a:lnTo>
                  <a:lnTo>
                    <a:pt x="9347962" y="1251585"/>
                  </a:lnTo>
                  <a:lnTo>
                    <a:pt x="9324213" y="1209039"/>
                  </a:lnTo>
                  <a:lnTo>
                    <a:pt x="9300083" y="1166622"/>
                  </a:lnTo>
                  <a:lnTo>
                    <a:pt x="9275571" y="1124585"/>
                  </a:lnTo>
                  <a:lnTo>
                    <a:pt x="9250553" y="1082802"/>
                  </a:lnTo>
                  <a:lnTo>
                    <a:pt x="9225153" y="1041146"/>
                  </a:lnTo>
                  <a:lnTo>
                    <a:pt x="9199498" y="999871"/>
                  </a:lnTo>
                  <a:lnTo>
                    <a:pt x="9173337" y="958850"/>
                  </a:lnTo>
                  <a:lnTo>
                    <a:pt x="9146794" y="918083"/>
                  </a:lnTo>
                  <a:lnTo>
                    <a:pt x="9119869" y="877697"/>
                  </a:lnTo>
                  <a:lnTo>
                    <a:pt x="9092565" y="837438"/>
                  </a:lnTo>
                  <a:lnTo>
                    <a:pt x="9064879" y="797560"/>
                  </a:lnTo>
                  <a:lnTo>
                    <a:pt x="9036812" y="757936"/>
                  </a:lnTo>
                  <a:lnTo>
                    <a:pt x="9008364" y="718565"/>
                  </a:lnTo>
                  <a:lnTo>
                    <a:pt x="8979662" y="679576"/>
                  </a:lnTo>
                  <a:lnTo>
                    <a:pt x="8950452" y="640841"/>
                  </a:lnTo>
                  <a:lnTo>
                    <a:pt x="8920861" y="602361"/>
                  </a:lnTo>
                  <a:lnTo>
                    <a:pt x="8891016" y="564134"/>
                  </a:lnTo>
                  <a:lnTo>
                    <a:pt x="8860790" y="526288"/>
                  </a:lnTo>
                  <a:lnTo>
                    <a:pt x="8799194" y="451485"/>
                  </a:lnTo>
                  <a:lnTo>
                    <a:pt x="8767826" y="414527"/>
                  </a:lnTo>
                  <a:lnTo>
                    <a:pt x="8736076" y="377951"/>
                  </a:lnTo>
                  <a:lnTo>
                    <a:pt x="8704071" y="341629"/>
                  </a:lnTo>
                  <a:lnTo>
                    <a:pt x="8671687" y="305561"/>
                  </a:lnTo>
                  <a:lnTo>
                    <a:pt x="8638921" y="269875"/>
                  </a:lnTo>
                  <a:lnTo>
                    <a:pt x="8605901" y="234442"/>
                  </a:lnTo>
                  <a:lnTo>
                    <a:pt x="8572500" y="199390"/>
                  </a:lnTo>
                  <a:lnTo>
                    <a:pt x="8538717" y="164719"/>
                  </a:lnTo>
                  <a:lnTo>
                    <a:pt x="8504682" y="130301"/>
                  </a:lnTo>
                  <a:lnTo>
                    <a:pt x="83680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23188" y="0"/>
              <a:ext cx="9964420" cy="6858000"/>
            </a:xfrm>
            <a:custGeom>
              <a:avLst/>
              <a:gdLst/>
              <a:ahLst/>
              <a:cxnLst/>
              <a:rect l="l" t="t" r="r" b="b"/>
              <a:pathLst>
                <a:path w="9964420" h="6858000">
                  <a:moveTo>
                    <a:pt x="1595882" y="0"/>
                  </a:moveTo>
                  <a:lnTo>
                    <a:pt x="8368030" y="0"/>
                  </a:lnTo>
                  <a:lnTo>
                    <a:pt x="8504682" y="130301"/>
                  </a:lnTo>
                  <a:lnTo>
                    <a:pt x="8538717" y="164719"/>
                  </a:lnTo>
                  <a:lnTo>
                    <a:pt x="8572500" y="199390"/>
                  </a:lnTo>
                  <a:lnTo>
                    <a:pt x="8605901" y="234442"/>
                  </a:lnTo>
                  <a:lnTo>
                    <a:pt x="8638921" y="269875"/>
                  </a:lnTo>
                  <a:lnTo>
                    <a:pt x="8671687" y="305561"/>
                  </a:lnTo>
                  <a:lnTo>
                    <a:pt x="8704071" y="341629"/>
                  </a:lnTo>
                  <a:lnTo>
                    <a:pt x="8736076" y="377951"/>
                  </a:lnTo>
                  <a:lnTo>
                    <a:pt x="8767826" y="414527"/>
                  </a:lnTo>
                  <a:lnTo>
                    <a:pt x="8799194" y="451485"/>
                  </a:lnTo>
                  <a:lnTo>
                    <a:pt x="8830056" y="488823"/>
                  </a:lnTo>
                  <a:lnTo>
                    <a:pt x="8860790" y="526288"/>
                  </a:lnTo>
                  <a:lnTo>
                    <a:pt x="8891016" y="564134"/>
                  </a:lnTo>
                  <a:lnTo>
                    <a:pt x="8920861" y="602361"/>
                  </a:lnTo>
                  <a:lnTo>
                    <a:pt x="8950452" y="640841"/>
                  </a:lnTo>
                  <a:lnTo>
                    <a:pt x="8979662" y="679576"/>
                  </a:lnTo>
                  <a:lnTo>
                    <a:pt x="9008364" y="718565"/>
                  </a:lnTo>
                  <a:lnTo>
                    <a:pt x="9036812" y="757936"/>
                  </a:lnTo>
                  <a:lnTo>
                    <a:pt x="9064879" y="797560"/>
                  </a:lnTo>
                  <a:lnTo>
                    <a:pt x="9092565" y="837438"/>
                  </a:lnTo>
                  <a:lnTo>
                    <a:pt x="9119869" y="877697"/>
                  </a:lnTo>
                  <a:lnTo>
                    <a:pt x="9146794" y="918083"/>
                  </a:lnTo>
                  <a:lnTo>
                    <a:pt x="9173337" y="958850"/>
                  </a:lnTo>
                  <a:lnTo>
                    <a:pt x="9199498" y="999871"/>
                  </a:lnTo>
                  <a:lnTo>
                    <a:pt x="9225153" y="1041146"/>
                  </a:lnTo>
                  <a:lnTo>
                    <a:pt x="9250553" y="1082802"/>
                  </a:lnTo>
                  <a:lnTo>
                    <a:pt x="9275571" y="1124585"/>
                  </a:lnTo>
                  <a:lnTo>
                    <a:pt x="9300083" y="1166622"/>
                  </a:lnTo>
                  <a:lnTo>
                    <a:pt x="9324213" y="1209039"/>
                  </a:lnTo>
                  <a:lnTo>
                    <a:pt x="9347962" y="1251585"/>
                  </a:lnTo>
                  <a:lnTo>
                    <a:pt x="9371330" y="1294511"/>
                  </a:lnTo>
                  <a:lnTo>
                    <a:pt x="9394317" y="1337564"/>
                  </a:lnTo>
                  <a:lnTo>
                    <a:pt x="9416796" y="1380871"/>
                  </a:lnTo>
                  <a:lnTo>
                    <a:pt x="9438894" y="1424559"/>
                  </a:lnTo>
                  <a:lnTo>
                    <a:pt x="9460611" y="1468374"/>
                  </a:lnTo>
                  <a:lnTo>
                    <a:pt x="9481946" y="1512442"/>
                  </a:lnTo>
                  <a:lnTo>
                    <a:pt x="9502775" y="1556765"/>
                  </a:lnTo>
                  <a:lnTo>
                    <a:pt x="9523221" y="1601342"/>
                  </a:lnTo>
                  <a:lnTo>
                    <a:pt x="9543161" y="1646174"/>
                  </a:lnTo>
                  <a:lnTo>
                    <a:pt x="9562846" y="1691259"/>
                  </a:lnTo>
                  <a:lnTo>
                    <a:pt x="9581896" y="1736471"/>
                  </a:lnTo>
                  <a:lnTo>
                    <a:pt x="9600692" y="1781937"/>
                  </a:lnTo>
                  <a:lnTo>
                    <a:pt x="9618980" y="1827657"/>
                  </a:lnTo>
                  <a:lnTo>
                    <a:pt x="9636760" y="1873630"/>
                  </a:lnTo>
                  <a:lnTo>
                    <a:pt x="9654159" y="1919732"/>
                  </a:lnTo>
                  <a:lnTo>
                    <a:pt x="9671050" y="1966214"/>
                  </a:lnTo>
                  <a:lnTo>
                    <a:pt x="9687560" y="2012696"/>
                  </a:lnTo>
                  <a:lnTo>
                    <a:pt x="9703689" y="2059559"/>
                  </a:lnTo>
                  <a:lnTo>
                    <a:pt x="9719183" y="2106549"/>
                  </a:lnTo>
                  <a:lnTo>
                    <a:pt x="9734423" y="2153792"/>
                  </a:lnTo>
                  <a:lnTo>
                    <a:pt x="9749028" y="2201164"/>
                  </a:lnTo>
                  <a:lnTo>
                    <a:pt x="9763252" y="2248789"/>
                  </a:lnTo>
                  <a:lnTo>
                    <a:pt x="9777094" y="2296541"/>
                  </a:lnTo>
                  <a:lnTo>
                    <a:pt x="9790303" y="2344547"/>
                  </a:lnTo>
                  <a:lnTo>
                    <a:pt x="9803130" y="2392807"/>
                  </a:lnTo>
                  <a:lnTo>
                    <a:pt x="9815576" y="2441194"/>
                  </a:lnTo>
                  <a:lnTo>
                    <a:pt x="9827387" y="2489835"/>
                  </a:lnTo>
                  <a:lnTo>
                    <a:pt x="9838817" y="2538476"/>
                  </a:lnTo>
                  <a:lnTo>
                    <a:pt x="9849739" y="2587498"/>
                  </a:lnTo>
                  <a:lnTo>
                    <a:pt x="9860153" y="2636647"/>
                  </a:lnTo>
                  <a:lnTo>
                    <a:pt x="9870186" y="2685923"/>
                  </a:lnTo>
                  <a:lnTo>
                    <a:pt x="9879584" y="2735453"/>
                  </a:lnTo>
                  <a:lnTo>
                    <a:pt x="9888601" y="2784983"/>
                  </a:lnTo>
                  <a:lnTo>
                    <a:pt x="9897110" y="2834894"/>
                  </a:lnTo>
                  <a:lnTo>
                    <a:pt x="9905111" y="2884804"/>
                  </a:lnTo>
                  <a:lnTo>
                    <a:pt x="9912604" y="2934970"/>
                  </a:lnTo>
                  <a:lnTo>
                    <a:pt x="9919589" y="2985262"/>
                  </a:lnTo>
                  <a:lnTo>
                    <a:pt x="9926066" y="3035808"/>
                  </a:lnTo>
                  <a:lnTo>
                    <a:pt x="9932035" y="3086354"/>
                  </a:lnTo>
                  <a:lnTo>
                    <a:pt x="9937496" y="3137154"/>
                  </a:lnTo>
                  <a:lnTo>
                    <a:pt x="9942576" y="3188080"/>
                  </a:lnTo>
                  <a:lnTo>
                    <a:pt x="9947021" y="3239262"/>
                  </a:lnTo>
                  <a:lnTo>
                    <a:pt x="9950958" y="3290442"/>
                  </a:lnTo>
                  <a:lnTo>
                    <a:pt x="9954387" y="3341751"/>
                  </a:lnTo>
                  <a:lnTo>
                    <a:pt x="9957308" y="3393313"/>
                  </a:lnTo>
                  <a:lnTo>
                    <a:pt x="9959594" y="3445002"/>
                  </a:lnTo>
                  <a:lnTo>
                    <a:pt x="9961498" y="3496817"/>
                  </a:lnTo>
                  <a:lnTo>
                    <a:pt x="9962896" y="3548634"/>
                  </a:lnTo>
                  <a:lnTo>
                    <a:pt x="9963658" y="3600704"/>
                  </a:lnTo>
                  <a:lnTo>
                    <a:pt x="9963912" y="3652901"/>
                  </a:lnTo>
                  <a:lnTo>
                    <a:pt x="9963658" y="3705225"/>
                  </a:lnTo>
                  <a:lnTo>
                    <a:pt x="9962896" y="3757295"/>
                  </a:lnTo>
                  <a:lnTo>
                    <a:pt x="9961498" y="3809365"/>
                  </a:lnTo>
                  <a:lnTo>
                    <a:pt x="9959594" y="3861180"/>
                  </a:lnTo>
                  <a:lnTo>
                    <a:pt x="9957181" y="3912870"/>
                  </a:lnTo>
                  <a:lnTo>
                    <a:pt x="9954260" y="3964558"/>
                  </a:lnTo>
                  <a:lnTo>
                    <a:pt x="9950831" y="4015994"/>
                  </a:lnTo>
                  <a:lnTo>
                    <a:pt x="9946894" y="4067302"/>
                  </a:lnTo>
                  <a:lnTo>
                    <a:pt x="9942448" y="4118482"/>
                  </a:lnTo>
                  <a:lnTo>
                    <a:pt x="9937496" y="4169537"/>
                  </a:lnTo>
                  <a:lnTo>
                    <a:pt x="9931908" y="4220337"/>
                  </a:lnTo>
                  <a:lnTo>
                    <a:pt x="9925939" y="4271010"/>
                  </a:lnTo>
                  <a:lnTo>
                    <a:pt x="9919462" y="4321683"/>
                  </a:lnTo>
                  <a:lnTo>
                    <a:pt x="9912350" y="4371975"/>
                  </a:lnTo>
                  <a:lnTo>
                    <a:pt x="9904857" y="4422267"/>
                  </a:lnTo>
                  <a:lnTo>
                    <a:pt x="9896856" y="4472305"/>
                  </a:lnTo>
                  <a:lnTo>
                    <a:pt x="9888346" y="4522216"/>
                  </a:lnTo>
                  <a:lnTo>
                    <a:pt x="9879330" y="4572000"/>
                  </a:lnTo>
                  <a:lnTo>
                    <a:pt x="9869805" y="4621530"/>
                  </a:lnTo>
                  <a:lnTo>
                    <a:pt x="9859771" y="4670933"/>
                  </a:lnTo>
                  <a:lnTo>
                    <a:pt x="9849358" y="4720082"/>
                  </a:lnTo>
                  <a:lnTo>
                    <a:pt x="9838309" y="4769104"/>
                  </a:lnTo>
                  <a:lnTo>
                    <a:pt x="9826879" y="4817999"/>
                  </a:lnTo>
                  <a:lnTo>
                    <a:pt x="9814941" y="4866640"/>
                  </a:lnTo>
                  <a:lnTo>
                    <a:pt x="9802621" y="4915154"/>
                  </a:lnTo>
                  <a:lnTo>
                    <a:pt x="9789667" y="4963414"/>
                  </a:lnTo>
                  <a:lnTo>
                    <a:pt x="9776333" y="5011420"/>
                  </a:lnTo>
                  <a:lnTo>
                    <a:pt x="9762617" y="5059299"/>
                  </a:lnTo>
                  <a:lnTo>
                    <a:pt x="9748266" y="5107051"/>
                  </a:lnTo>
                  <a:lnTo>
                    <a:pt x="9733534" y="5154549"/>
                  </a:lnTo>
                  <a:lnTo>
                    <a:pt x="9718421" y="5201793"/>
                  </a:lnTo>
                  <a:lnTo>
                    <a:pt x="9702673" y="5248910"/>
                  </a:lnTo>
                  <a:lnTo>
                    <a:pt x="9686671" y="5295773"/>
                  </a:lnTo>
                  <a:lnTo>
                    <a:pt x="9670034" y="5342382"/>
                  </a:lnTo>
                  <a:lnTo>
                    <a:pt x="9653016" y="5388864"/>
                  </a:lnTo>
                  <a:lnTo>
                    <a:pt x="9635617" y="5435092"/>
                  </a:lnTo>
                  <a:lnTo>
                    <a:pt x="9617710" y="5481066"/>
                  </a:lnTo>
                  <a:lnTo>
                    <a:pt x="9599421" y="5526913"/>
                  </a:lnTo>
                  <a:lnTo>
                    <a:pt x="9580626" y="5572379"/>
                  </a:lnTo>
                  <a:lnTo>
                    <a:pt x="9561448" y="5617768"/>
                  </a:lnTo>
                  <a:lnTo>
                    <a:pt x="9541764" y="5662866"/>
                  </a:lnTo>
                  <a:lnTo>
                    <a:pt x="9521698" y="5707735"/>
                  </a:lnTo>
                  <a:lnTo>
                    <a:pt x="9501123" y="5752363"/>
                  </a:lnTo>
                  <a:lnTo>
                    <a:pt x="9480296" y="5796762"/>
                  </a:lnTo>
                  <a:lnTo>
                    <a:pt x="9458833" y="5840907"/>
                  </a:lnTo>
                  <a:lnTo>
                    <a:pt x="9437116" y="5884824"/>
                  </a:lnTo>
                  <a:lnTo>
                    <a:pt x="9414891" y="5928487"/>
                  </a:lnTo>
                  <a:lnTo>
                    <a:pt x="9392285" y="5971895"/>
                  </a:lnTo>
                  <a:lnTo>
                    <a:pt x="9369298" y="6015062"/>
                  </a:lnTo>
                  <a:lnTo>
                    <a:pt x="9345803" y="6057976"/>
                  </a:lnTo>
                  <a:lnTo>
                    <a:pt x="9322054" y="6100635"/>
                  </a:lnTo>
                  <a:lnTo>
                    <a:pt x="9297796" y="6143028"/>
                  </a:lnTo>
                  <a:lnTo>
                    <a:pt x="9273159" y="6185154"/>
                  </a:lnTo>
                  <a:lnTo>
                    <a:pt x="9248140" y="6227025"/>
                  </a:lnTo>
                  <a:lnTo>
                    <a:pt x="9222613" y="6268631"/>
                  </a:lnTo>
                  <a:lnTo>
                    <a:pt x="9196832" y="6309969"/>
                  </a:lnTo>
                  <a:lnTo>
                    <a:pt x="9170542" y="6351028"/>
                  </a:lnTo>
                  <a:lnTo>
                    <a:pt x="9144000" y="6391808"/>
                  </a:lnTo>
                  <a:lnTo>
                    <a:pt x="9116948" y="6432321"/>
                  </a:lnTo>
                  <a:lnTo>
                    <a:pt x="9089644" y="6472542"/>
                  </a:lnTo>
                  <a:lnTo>
                    <a:pt x="9061831" y="6512496"/>
                  </a:lnTo>
                  <a:lnTo>
                    <a:pt x="9033637" y="6552158"/>
                  </a:lnTo>
                  <a:lnTo>
                    <a:pt x="9005189" y="6591528"/>
                  </a:lnTo>
                  <a:lnTo>
                    <a:pt x="8976233" y="6630619"/>
                  </a:lnTo>
                  <a:lnTo>
                    <a:pt x="8947023" y="6669405"/>
                  </a:lnTo>
                  <a:lnTo>
                    <a:pt x="8917432" y="6707898"/>
                  </a:lnTo>
                  <a:lnTo>
                    <a:pt x="8887333" y="6746093"/>
                  </a:lnTo>
                  <a:lnTo>
                    <a:pt x="8856980" y="6783989"/>
                  </a:lnTo>
                  <a:lnTo>
                    <a:pt x="8826246" y="6821581"/>
                  </a:lnTo>
                  <a:lnTo>
                    <a:pt x="8794750" y="6857998"/>
                  </a:lnTo>
                  <a:lnTo>
                    <a:pt x="1169162" y="6857998"/>
                  </a:lnTo>
                  <a:lnTo>
                    <a:pt x="1137666" y="6821581"/>
                  </a:lnTo>
                  <a:lnTo>
                    <a:pt x="1106932" y="6783989"/>
                  </a:lnTo>
                  <a:lnTo>
                    <a:pt x="1076579" y="6746093"/>
                  </a:lnTo>
                  <a:lnTo>
                    <a:pt x="1046480" y="6707898"/>
                  </a:lnTo>
                  <a:lnTo>
                    <a:pt x="1016888" y="6669405"/>
                  </a:lnTo>
                  <a:lnTo>
                    <a:pt x="987679" y="6630619"/>
                  </a:lnTo>
                  <a:lnTo>
                    <a:pt x="958723" y="6591528"/>
                  </a:lnTo>
                  <a:lnTo>
                    <a:pt x="930275" y="6552158"/>
                  </a:lnTo>
                  <a:lnTo>
                    <a:pt x="902081" y="6512496"/>
                  </a:lnTo>
                  <a:lnTo>
                    <a:pt x="874268" y="6472542"/>
                  </a:lnTo>
                  <a:lnTo>
                    <a:pt x="846963" y="6432321"/>
                  </a:lnTo>
                  <a:lnTo>
                    <a:pt x="819912" y="6391808"/>
                  </a:lnTo>
                  <a:lnTo>
                    <a:pt x="793369" y="6351028"/>
                  </a:lnTo>
                  <a:lnTo>
                    <a:pt x="767080" y="6309969"/>
                  </a:lnTo>
                  <a:lnTo>
                    <a:pt x="741299" y="6268631"/>
                  </a:lnTo>
                  <a:lnTo>
                    <a:pt x="715772" y="6227025"/>
                  </a:lnTo>
                  <a:lnTo>
                    <a:pt x="690753" y="6185154"/>
                  </a:lnTo>
                  <a:lnTo>
                    <a:pt x="666114" y="6143028"/>
                  </a:lnTo>
                  <a:lnTo>
                    <a:pt x="641857" y="6100635"/>
                  </a:lnTo>
                  <a:lnTo>
                    <a:pt x="617982" y="6057976"/>
                  </a:lnTo>
                  <a:lnTo>
                    <a:pt x="594613" y="6015062"/>
                  </a:lnTo>
                  <a:lnTo>
                    <a:pt x="571626" y="5971895"/>
                  </a:lnTo>
                  <a:lnTo>
                    <a:pt x="549020" y="5928487"/>
                  </a:lnTo>
                  <a:lnTo>
                    <a:pt x="526795" y="5884824"/>
                  </a:lnTo>
                  <a:lnTo>
                    <a:pt x="505079" y="5840907"/>
                  </a:lnTo>
                  <a:lnTo>
                    <a:pt x="483616" y="5796762"/>
                  </a:lnTo>
                  <a:lnTo>
                    <a:pt x="462788" y="5752363"/>
                  </a:lnTo>
                  <a:lnTo>
                    <a:pt x="442214" y="5707735"/>
                  </a:lnTo>
                  <a:lnTo>
                    <a:pt x="422148" y="5662866"/>
                  </a:lnTo>
                  <a:lnTo>
                    <a:pt x="402463" y="5617768"/>
                  </a:lnTo>
                  <a:lnTo>
                    <a:pt x="383286" y="5572379"/>
                  </a:lnTo>
                  <a:lnTo>
                    <a:pt x="364490" y="5526913"/>
                  </a:lnTo>
                  <a:lnTo>
                    <a:pt x="346202" y="5481066"/>
                  </a:lnTo>
                  <a:lnTo>
                    <a:pt x="328295" y="5435092"/>
                  </a:lnTo>
                  <a:lnTo>
                    <a:pt x="310896" y="5388864"/>
                  </a:lnTo>
                  <a:lnTo>
                    <a:pt x="293878" y="5342382"/>
                  </a:lnTo>
                  <a:lnTo>
                    <a:pt x="277241" y="5295773"/>
                  </a:lnTo>
                  <a:lnTo>
                    <a:pt x="261112" y="5248910"/>
                  </a:lnTo>
                  <a:lnTo>
                    <a:pt x="245490" y="5201793"/>
                  </a:lnTo>
                  <a:lnTo>
                    <a:pt x="230378" y="5154549"/>
                  </a:lnTo>
                  <a:lnTo>
                    <a:pt x="215646" y="5107051"/>
                  </a:lnTo>
                  <a:lnTo>
                    <a:pt x="201295" y="5059299"/>
                  </a:lnTo>
                  <a:lnTo>
                    <a:pt x="187578" y="5011420"/>
                  </a:lnTo>
                  <a:lnTo>
                    <a:pt x="174244" y="4963414"/>
                  </a:lnTo>
                  <a:lnTo>
                    <a:pt x="161290" y="4915154"/>
                  </a:lnTo>
                  <a:lnTo>
                    <a:pt x="148971" y="4866640"/>
                  </a:lnTo>
                  <a:lnTo>
                    <a:pt x="136994" y="4817999"/>
                  </a:lnTo>
                  <a:lnTo>
                    <a:pt x="125552" y="4769104"/>
                  </a:lnTo>
                  <a:lnTo>
                    <a:pt x="114592" y="4720082"/>
                  </a:lnTo>
                  <a:lnTo>
                    <a:pt x="104114" y="4670933"/>
                  </a:lnTo>
                  <a:lnTo>
                    <a:pt x="94119" y="4621530"/>
                  </a:lnTo>
                  <a:lnTo>
                    <a:pt x="84607" y="4572000"/>
                  </a:lnTo>
                  <a:lnTo>
                    <a:pt x="75603" y="4522216"/>
                  </a:lnTo>
                  <a:lnTo>
                    <a:pt x="67081" y="4472305"/>
                  </a:lnTo>
                  <a:lnTo>
                    <a:pt x="59055" y="4422267"/>
                  </a:lnTo>
                  <a:lnTo>
                    <a:pt x="51523" y="4371975"/>
                  </a:lnTo>
                  <a:lnTo>
                    <a:pt x="44500" y="4321683"/>
                  </a:lnTo>
                  <a:lnTo>
                    <a:pt x="37985" y="4271010"/>
                  </a:lnTo>
                  <a:lnTo>
                    <a:pt x="31965" y="4220337"/>
                  </a:lnTo>
                  <a:lnTo>
                    <a:pt x="26466" y="4169537"/>
                  </a:lnTo>
                  <a:lnTo>
                    <a:pt x="21475" y="4118482"/>
                  </a:lnTo>
                  <a:lnTo>
                    <a:pt x="16992" y="4067302"/>
                  </a:lnTo>
                  <a:lnTo>
                    <a:pt x="13030" y="4015994"/>
                  </a:lnTo>
                  <a:lnTo>
                    <a:pt x="9588" y="3964558"/>
                  </a:lnTo>
                  <a:lnTo>
                    <a:pt x="6667" y="3912870"/>
                  </a:lnTo>
                  <a:lnTo>
                    <a:pt x="4279" y="3861180"/>
                  </a:lnTo>
                  <a:lnTo>
                    <a:pt x="2412" y="3809365"/>
                  </a:lnTo>
                  <a:lnTo>
                    <a:pt x="1066" y="3757295"/>
                  </a:lnTo>
                  <a:lnTo>
                    <a:pt x="266" y="3705225"/>
                  </a:lnTo>
                  <a:lnTo>
                    <a:pt x="0" y="3652901"/>
                  </a:lnTo>
                  <a:lnTo>
                    <a:pt x="266" y="3600704"/>
                  </a:lnTo>
                  <a:lnTo>
                    <a:pt x="1066" y="3548634"/>
                  </a:lnTo>
                  <a:lnTo>
                    <a:pt x="2400" y="3496817"/>
                  </a:lnTo>
                  <a:lnTo>
                    <a:pt x="4254" y="3445002"/>
                  </a:lnTo>
                  <a:lnTo>
                    <a:pt x="6642" y="3393313"/>
                  </a:lnTo>
                  <a:lnTo>
                    <a:pt x="9550" y="3341751"/>
                  </a:lnTo>
                  <a:lnTo>
                    <a:pt x="12979" y="3290442"/>
                  </a:lnTo>
                  <a:lnTo>
                    <a:pt x="16929" y="3239262"/>
                  </a:lnTo>
                  <a:lnTo>
                    <a:pt x="21399" y="3188080"/>
                  </a:lnTo>
                  <a:lnTo>
                    <a:pt x="26365" y="3137154"/>
                  </a:lnTo>
                  <a:lnTo>
                    <a:pt x="31851" y="3086354"/>
                  </a:lnTo>
                  <a:lnTo>
                    <a:pt x="37846" y="3035808"/>
                  </a:lnTo>
                  <a:lnTo>
                    <a:pt x="44348" y="2985262"/>
                  </a:lnTo>
                  <a:lnTo>
                    <a:pt x="51346" y="2934970"/>
                  </a:lnTo>
                  <a:lnTo>
                    <a:pt x="58839" y="2884804"/>
                  </a:lnTo>
                  <a:lnTo>
                    <a:pt x="66840" y="2834894"/>
                  </a:lnTo>
                  <a:lnTo>
                    <a:pt x="75323" y="2784983"/>
                  </a:lnTo>
                  <a:lnTo>
                    <a:pt x="84315" y="2735453"/>
                  </a:lnTo>
                  <a:lnTo>
                    <a:pt x="93789" y="2685923"/>
                  </a:lnTo>
                  <a:lnTo>
                    <a:pt x="103746" y="2636647"/>
                  </a:lnTo>
                  <a:lnTo>
                    <a:pt x="114185" y="2587498"/>
                  </a:lnTo>
                  <a:lnTo>
                    <a:pt x="125107" y="2538476"/>
                  </a:lnTo>
                  <a:lnTo>
                    <a:pt x="136512" y="2489835"/>
                  </a:lnTo>
                  <a:lnTo>
                    <a:pt x="148336" y="2441194"/>
                  </a:lnTo>
                  <a:lnTo>
                    <a:pt x="160781" y="2392807"/>
                  </a:lnTo>
                  <a:lnTo>
                    <a:pt x="173609" y="2344547"/>
                  </a:lnTo>
                  <a:lnTo>
                    <a:pt x="186817" y="2296541"/>
                  </a:lnTo>
                  <a:lnTo>
                    <a:pt x="200659" y="2248789"/>
                  </a:lnTo>
                  <a:lnTo>
                    <a:pt x="214884" y="2201164"/>
                  </a:lnTo>
                  <a:lnTo>
                    <a:pt x="229489" y="2153792"/>
                  </a:lnTo>
                  <a:lnTo>
                    <a:pt x="244728" y="2106549"/>
                  </a:lnTo>
                  <a:lnTo>
                    <a:pt x="260223" y="2059559"/>
                  </a:lnTo>
                  <a:lnTo>
                    <a:pt x="276352" y="2012696"/>
                  </a:lnTo>
                  <a:lnTo>
                    <a:pt x="292862" y="1966214"/>
                  </a:lnTo>
                  <a:lnTo>
                    <a:pt x="309753" y="1919732"/>
                  </a:lnTo>
                  <a:lnTo>
                    <a:pt x="327152" y="1873630"/>
                  </a:lnTo>
                  <a:lnTo>
                    <a:pt x="344931" y="1827657"/>
                  </a:lnTo>
                  <a:lnTo>
                    <a:pt x="363220" y="1781937"/>
                  </a:lnTo>
                  <a:lnTo>
                    <a:pt x="382016" y="1736471"/>
                  </a:lnTo>
                  <a:lnTo>
                    <a:pt x="401066" y="1691259"/>
                  </a:lnTo>
                  <a:lnTo>
                    <a:pt x="420750" y="1646174"/>
                  </a:lnTo>
                  <a:lnTo>
                    <a:pt x="440690" y="1601342"/>
                  </a:lnTo>
                  <a:lnTo>
                    <a:pt x="461137" y="1556765"/>
                  </a:lnTo>
                  <a:lnTo>
                    <a:pt x="481965" y="1512442"/>
                  </a:lnTo>
                  <a:lnTo>
                    <a:pt x="503300" y="1468374"/>
                  </a:lnTo>
                  <a:lnTo>
                    <a:pt x="525018" y="1424559"/>
                  </a:lnTo>
                  <a:lnTo>
                    <a:pt x="547116" y="1380871"/>
                  </a:lnTo>
                  <a:lnTo>
                    <a:pt x="569594" y="1337564"/>
                  </a:lnTo>
                  <a:lnTo>
                    <a:pt x="592582" y="1294511"/>
                  </a:lnTo>
                  <a:lnTo>
                    <a:pt x="615950" y="1251585"/>
                  </a:lnTo>
                  <a:lnTo>
                    <a:pt x="639699" y="1209039"/>
                  </a:lnTo>
                  <a:lnTo>
                    <a:pt x="663829" y="1166622"/>
                  </a:lnTo>
                  <a:lnTo>
                    <a:pt x="688339" y="1124585"/>
                  </a:lnTo>
                  <a:lnTo>
                    <a:pt x="713359" y="1082802"/>
                  </a:lnTo>
                  <a:lnTo>
                    <a:pt x="738759" y="1041146"/>
                  </a:lnTo>
                  <a:lnTo>
                    <a:pt x="764413" y="999871"/>
                  </a:lnTo>
                  <a:lnTo>
                    <a:pt x="790575" y="958850"/>
                  </a:lnTo>
                  <a:lnTo>
                    <a:pt x="817118" y="918083"/>
                  </a:lnTo>
                  <a:lnTo>
                    <a:pt x="844042" y="877697"/>
                  </a:lnTo>
                  <a:lnTo>
                    <a:pt x="871347" y="837438"/>
                  </a:lnTo>
                  <a:lnTo>
                    <a:pt x="899032" y="797560"/>
                  </a:lnTo>
                  <a:lnTo>
                    <a:pt x="927100" y="757936"/>
                  </a:lnTo>
                  <a:lnTo>
                    <a:pt x="955548" y="718565"/>
                  </a:lnTo>
                  <a:lnTo>
                    <a:pt x="984250" y="679576"/>
                  </a:lnTo>
                  <a:lnTo>
                    <a:pt x="1013460" y="640841"/>
                  </a:lnTo>
                  <a:lnTo>
                    <a:pt x="1043051" y="602361"/>
                  </a:lnTo>
                  <a:lnTo>
                    <a:pt x="1072895" y="564134"/>
                  </a:lnTo>
                  <a:lnTo>
                    <a:pt x="1103122" y="526288"/>
                  </a:lnTo>
                  <a:lnTo>
                    <a:pt x="1133729" y="488823"/>
                  </a:lnTo>
                  <a:lnTo>
                    <a:pt x="1164717" y="451485"/>
                  </a:lnTo>
                  <a:lnTo>
                    <a:pt x="1196086" y="414527"/>
                  </a:lnTo>
                  <a:lnTo>
                    <a:pt x="1227836" y="377951"/>
                  </a:lnTo>
                  <a:lnTo>
                    <a:pt x="1259839" y="341629"/>
                  </a:lnTo>
                  <a:lnTo>
                    <a:pt x="1292225" y="305561"/>
                  </a:lnTo>
                  <a:lnTo>
                    <a:pt x="1324991" y="269875"/>
                  </a:lnTo>
                  <a:lnTo>
                    <a:pt x="1358011" y="234442"/>
                  </a:lnTo>
                  <a:lnTo>
                    <a:pt x="1391412" y="199390"/>
                  </a:lnTo>
                  <a:lnTo>
                    <a:pt x="1425194" y="164719"/>
                  </a:lnTo>
                  <a:lnTo>
                    <a:pt x="1459230" y="130301"/>
                  </a:lnTo>
                  <a:lnTo>
                    <a:pt x="1595882" y="0"/>
                  </a:lnTo>
                  <a:close/>
                </a:path>
              </a:pathLst>
            </a:custGeom>
            <a:ln w="9144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30808" y="0"/>
              <a:ext cx="9948545" cy="6858000"/>
            </a:xfrm>
            <a:custGeom>
              <a:avLst/>
              <a:gdLst/>
              <a:ahLst/>
              <a:cxnLst/>
              <a:rect l="l" t="t" r="r" b="b"/>
              <a:pathLst>
                <a:path w="9948545" h="6858000">
                  <a:moveTo>
                    <a:pt x="8354822" y="0"/>
                  </a:moveTo>
                  <a:lnTo>
                    <a:pt x="1593342" y="0"/>
                  </a:lnTo>
                  <a:lnTo>
                    <a:pt x="1456817" y="130301"/>
                  </a:lnTo>
                  <a:lnTo>
                    <a:pt x="1422908" y="164719"/>
                  </a:lnTo>
                  <a:lnTo>
                    <a:pt x="1389125" y="199390"/>
                  </a:lnTo>
                  <a:lnTo>
                    <a:pt x="1355852" y="234442"/>
                  </a:lnTo>
                  <a:lnTo>
                    <a:pt x="1322831" y="269875"/>
                  </a:lnTo>
                  <a:lnTo>
                    <a:pt x="1290192" y="305561"/>
                  </a:lnTo>
                  <a:lnTo>
                    <a:pt x="1257808" y="341629"/>
                  </a:lnTo>
                  <a:lnTo>
                    <a:pt x="1225804" y="377951"/>
                  </a:lnTo>
                  <a:lnTo>
                    <a:pt x="1194180" y="414527"/>
                  </a:lnTo>
                  <a:lnTo>
                    <a:pt x="1162939" y="451485"/>
                  </a:lnTo>
                  <a:lnTo>
                    <a:pt x="1131950" y="488823"/>
                  </a:lnTo>
                  <a:lnTo>
                    <a:pt x="1101471" y="526288"/>
                  </a:lnTo>
                  <a:lnTo>
                    <a:pt x="1071244" y="564134"/>
                  </a:lnTo>
                  <a:lnTo>
                    <a:pt x="1041399" y="602361"/>
                  </a:lnTo>
                  <a:lnTo>
                    <a:pt x="1011809" y="640841"/>
                  </a:lnTo>
                  <a:lnTo>
                    <a:pt x="982725" y="679576"/>
                  </a:lnTo>
                  <a:lnTo>
                    <a:pt x="954023" y="718565"/>
                  </a:lnTo>
                  <a:lnTo>
                    <a:pt x="925575" y="757936"/>
                  </a:lnTo>
                  <a:lnTo>
                    <a:pt x="897635" y="797560"/>
                  </a:lnTo>
                  <a:lnTo>
                    <a:pt x="869949" y="837438"/>
                  </a:lnTo>
                  <a:lnTo>
                    <a:pt x="842772" y="877697"/>
                  </a:lnTo>
                  <a:lnTo>
                    <a:pt x="815847" y="918083"/>
                  </a:lnTo>
                  <a:lnTo>
                    <a:pt x="789304" y="958850"/>
                  </a:lnTo>
                  <a:lnTo>
                    <a:pt x="763269" y="999871"/>
                  </a:lnTo>
                  <a:lnTo>
                    <a:pt x="737616" y="1041146"/>
                  </a:lnTo>
                  <a:lnTo>
                    <a:pt x="712216" y="1082802"/>
                  </a:lnTo>
                  <a:lnTo>
                    <a:pt x="687323" y="1124585"/>
                  </a:lnTo>
                  <a:lnTo>
                    <a:pt x="662812" y="1166622"/>
                  </a:lnTo>
                  <a:lnTo>
                    <a:pt x="638683" y="1209039"/>
                  </a:lnTo>
                  <a:lnTo>
                    <a:pt x="614934" y="1251585"/>
                  </a:lnTo>
                  <a:lnTo>
                    <a:pt x="591692" y="1294511"/>
                  </a:lnTo>
                  <a:lnTo>
                    <a:pt x="568705" y="1337564"/>
                  </a:lnTo>
                  <a:lnTo>
                    <a:pt x="546227" y="1380871"/>
                  </a:lnTo>
                  <a:lnTo>
                    <a:pt x="524128" y="1424559"/>
                  </a:lnTo>
                  <a:lnTo>
                    <a:pt x="502539" y="1468374"/>
                  </a:lnTo>
                  <a:lnTo>
                    <a:pt x="481203" y="1512442"/>
                  </a:lnTo>
                  <a:lnTo>
                    <a:pt x="460375" y="1556765"/>
                  </a:lnTo>
                  <a:lnTo>
                    <a:pt x="440054" y="1601342"/>
                  </a:lnTo>
                  <a:lnTo>
                    <a:pt x="419988" y="1646174"/>
                  </a:lnTo>
                  <a:lnTo>
                    <a:pt x="400557" y="1691259"/>
                  </a:lnTo>
                  <a:lnTo>
                    <a:pt x="381380" y="1736471"/>
                  </a:lnTo>
                  <a:lnTo>
                    <a:pt x="362711" y="1781937"/>
                  </a:lnTo>
                  <a:lnTo>
                    <a:pt x="344423" y="1827657"/>
                  </a:lnTo>
                  <a:lnTo>
                    <a:pt x="326644" y="1873630"/>
                  </a:lnTo>
                  <a:lnTo>
                    <a:pt x="309244" y="1919732"/>
                  </a:lnTo>
                  <a:lnTo>
                    <a:pt x="292353" y="1966214"/>
                  </a:lnTo>
                  <a:lnTo>
                    <a:pt x="275844" y="2012696"/>
                  </a:lnTo>
                  <a:lnTo>
                    <a:pt x="259841" y="2059559"/>
                  </a:lnTo>
                  <a:lnTo>
                    <a:pt x="244347" y="2106549"/>
                  </a:lnTo>
                  <a:lnTo>
                    <a:pt x="229234" y="2153792"/>
                  </a:lnTo>
                  <a:lnTo>
                    <a:pt x="214503" y="2201164"/>
                  </a:lnTo>
                  <a:lnTo>
                    <a:pt x="200278" y="2248789"/>
                  </a:lnTo>
                  <a:lnTo>
                    <a:pt x="186562" y="2296541"/>
                  </a:lnTo>
                  <a:lnTo>
                    <a:pt x="173354" y="2344547"/>
                  </a:lnTo>
                  <a:lnTo>
                    <a:pt x="160528" y="2392807"/>
                  </a:lnTo>
                  <a:lnTo>
                    <a:pt x="148208" y="2441194"/>
                  </a:lnTo>
                  <a:lnTo>
                    <a:pt x="136309" y="2489835"/>
                  </a:lnTo>
                  <a:lnTo>
                    <a:pt x="124917" y="2538476"/>
                  </a:lnTo>
                  <a:lnTo>
                    <a:pt x="114007" y="2587498"/>
                  </a:lnTo>
                  <a:lnTo>
                    <a:pt x="103581" y="2636647"/>
                  </a:lnTo>
                  <a:lnTo>
                    <a:pt x="93637" y="2685923"/>
                  </a:lnTo>
                  <a:lnTo>
                    <a:pt x="84188" y="2735453"/>
                  </a:lnTo>
                  <a:lnTo>
                    <a:pt x="75222" y="2784983"/>
                  </a:lnTo>
                  <a:lnTo>
                    <a:pt x="66738" y="2834894"/>
                  </a:lnTo>
                  <a:lnTo>
                    <a:pt x="58750" y="2884804"/>
                  </a:lnTo>
                  <a:lnTo>
                    <a:pt x="51269" y="2934970"/>
                  </a:lnTo>
                  <a:lnTo>
                    <a:pt x="44272" y="2985262"/>
                  </a:lnTo>
                  <a:lnTo>
                    <a:pt x="37795" y="3035808"/>
                  </a:lnTo>
                  <a:lnTo>
                    <a:pt x="31800" y="3086354"/>
                  </a:lnTo>
                  <a:lnTo>
                    <a:pt x="26327" y="3137154"/>
                  </a:lnTo>
                  <a:lnTo>
                    <a:pt x="21361" y="3188080"/>
                  </a:lnTo>
                  <a:lnTo>
                    <a:pt x="16903" y="3239262"/>
                  </a:lnTo>
                  <a:lnTo>
                    <a:pt x="12966" y="3290442"/>
                  </a:lnTo>
                  <a:lnTo>
                    <a:pt x="9537" y="3341751"/>
                  </a:lnTo>
                  <a:lnTo>
                    <a:pt x="6629" y="3393313"/>
                  </a:lnTo>
                  <a:lnTo>
                    <a:pt x="4254" y="3445002"/>
                  </a:lnTo>
                  <a:lnTo>
                    <a:pt x="2400" y="3496817"/>
                  </a:lnTo>
                  <a:lnTo>
                    <a:pt x="1066" y="3548634"/>
                  </a:lnTo>
                  <a:lnTo>
                    <a:pt x="266" y="3600704"/>
                  </a:lnTo>
                  <a:lnTo>
                    <a:pt x="0" y="3652901"/>
                  </a:lnTo>
                  <a:lnTo>
                    <a:pt x="266" y="3705225"/>
                  </a:lnTo>
                  <a:lnTo>
                    <a:pt x="1066" y="3757295"/>
                  </a:lnTo>
                  <a:lnTo>
                    <a:pt x="2400" y="3809365"/>
                  </a:lnTo>
                  <a:lnTo>
                    <a:pt x="4267" y="3861180"/>
                  </a:lnTo>
                  <a:lnTo>
                    <a:pt x="6654" y="3912870"/>
                  </a:lnTo>
                  <a:lnTo>
                    <a:pt x="9575" y="3964558"/>
                  </a:lnTo>
                  <a:lnTo>
                    <a:pt x="13017" y="4015994"/>
                  </a:lnTo>
                  <a:lnTo>
                    <a:pt x="16967" y="4067302"/>
                  </a:lnTo>
                  <a:lnTo>
                    <a:pt x="21437" y="4118482"/>
                  </a:lnTo>
                  <a:lnTo>
                    <a:pt x="26428" y="4169537"/>
                  </a:lnTo>
                  <a:lnTo>
                    <a:pt x="31927" y="4220337"/>
                  </a:lnTo>
                  <a:lnTo>
                    <a:pt x="37934" y="4271010"/>
                  </a:lnTo>
                  <a:lnTo>
                    <a:pt x="44437" y="4321683"/>
                  </a:lnTo>
                  <a:lnTo>
                    <a:pt x="51460" y="4371975"/>
                  </a:lnTo>
                  <a:lnTo>
                    <a:pt x="58966" y="4422267"/>
                  </a:lnTo>
                  <a:lnTo>
                    <a:pt x="66979" y="4472305"/>
                  </a:lnTo>
                  <a:lnTo>
                    <a:pt x="75488" y="4522216"/>
                  </a:lnTo>
                  <a:lnTo>
                    <a:pt x="84493" y="4572000"/>
                  </a:lnTo>
                  <a:lnTo>
                    <a:pt x="93992" y="4621530"/>
                  </a:lnTo>
                  <a:lnTo>
                    <a:pt x="103962" y="4670933"/>
                  </a:lnTo>
                  <a:lnTo>
                    <a:pt x="114426" y="4720082"/>
                  </a:lnTo>
                  <a:lnTo>
                    <a:pt x="125374" y="4769104"/>
                  </a:lnTo>
                  <a:lnTo>
                    <a:pt x="136804" y="4817999"/>
                  </a:lnTo>
                  <a:lnTo>
                    <a:pt x="148716" y="4866640"/>
                  </a:lnTo>
                  <a:lnTo>
                    <a:pt x="161035" y="4915154"/>
                  </a:lnTo>
                  <a:lnTo>
                    <a:pt x="173989" y="4963414"/>
                  </a:lnTo>
                  <a:lnTo>
                    <a:pt x="187197" y="5011420"/>
                  </a:lnTo>
                  <a:lnTo>
                    <a:pt x="201040" y="5059299"/>
                  </a:lnTo>
                  <a:lnTo>
                    <a:pt x="215264" y="5107051"/>
                  </a:lnTo>
                  <a:lnTo>
                    <a:pt x="229997" y="5154549"/>
                  </a:lnTo>
                  <a:lnTo>
                    <a:pt x="245236" y="5201793"/>
                  </a:lnTo>
                  <a:lnTo>
                    <a:pt x="260857" y="5248910"/>
                  </a:lnTo>
                  <a:lnTo>
                    <a:pt x="276859" y="5295773"/>
                  </a:lnTo>
                  <a:lnTo>
                    <a:pt x="293369" y="5342382"/>
                  </a:lnTo>
                  <a:lnTo>
                    <a:pt x="310388" y="5388864"/>
                  </a:lnTo>
                  <a:lnTo>
                    <a:pt x="327786" y="5435092"/>
                  </a:lnTo>
                  <a:lnTo>
                    <a:pt x="345694" y="5481066"/>
                  </a:lnTo>
                  <a:lnTo>
                    <a:pt x="363981" y="5526913"/>
                  </a:lnTo>
                  <a:lnTo>
                    <a:pt x="382778" y="5572379"/>
                  </a:lnTo>
                  <a:lnTo>
                    <a:pt x="401954" y="5617768"/>
                  </a:lnTo>
                  <a:lnTo>
                    <a:pt x="421513" y="5662866"/>
                  </a:lnTo>
                  <a:lnTo>
                    <a:pt x="441578" y="5707735"/>
                  </a:lnTo>
                  <a:lnTo>
                    <a:pt x="462025" y="5752363"/>
                  </a:lnTo>
                  <a:lnTo>
                    <a:pt x="482980" y="5796762"/>
                  </a:lnTo>
                  <a:lnTo>
                    <a:pt x="504316" y="5840907"/>
                  </a:lnTo>
                  <a:lnTo>
                    <a:pt x="526034" y="5884824"/>
                  </a:lnTo>
                  <a:lnTo>
                    <a:pt x="548131" y="5928487"/>
                  </a:lnTo>
                  <a:lnTo>
                    <a:pt x="570737" y="5971895"/>
                  </a:lnTo>
                  <a:lnTo>
                    <a:pt x="593724" y="6015062"/>
                  </a:lnTo>
                  <a:lnTo>
                    <a:pt x="617092" y="6057976"/>
                  </a:lnTo>
                  <a:lnTo>
                    <a:pt x="640968" y="6100635"/>
                  </a:lnTo>
                  <a:lnTo>
                    <a:pt x="665098" y="6143028"/>
                  </a:lnTo>
                  <a:lnTo>
                    <a:pt x="689736" y="6185154"/>
                  </a:lnTo>
                  <a:lnTo>
                    <a:pt x="714755" y="6227025"/>
                  </a:lnTo>
                  <a:lnTo>
                    <a:pt x="740155" y="6268631"/>
                  </a:lnTo>
                  <a:lnTo>
                    <a:pt x="765936" y="6309969"/>
                  </a:lnTo>
                  <a:lnTo>
                    <a:pt x="792098" y="6351028"/>
                  </a:lnTo>
                  <a:lnTo>
                    <a:pt x="818641" y="6391808"/>
                  </a:lnTo>
                  <a:lnTo>
                    <a:pt x="845566" y="6432321"/>
                  </a:lnTo>
                  <a:lnTo>
                    <a:pt x="872997" y="6472542"/>
                  </a:lnTo>
                  <a:lnTo>
                    <a:pt x="900684" y="6512496"/>
                  </a:lnTo>
                  <a:lnTo>
                    <a:pt x="928750" y="6552158"/>
                  </a:lnTo>
                  <a:lnTo>
                    <a:pt x="957198" y="6591528"/>
                  </a:lnTo>
                  <a:lnTo>
                    <a:pt x="986154" y="6630619"/>
                  </a:lnTo>
                  <a:lnTo>
                    <a:pt x="1015365" y="6669405"/>
                  </a:lnTo>
                  <a:lnTo>
                    <a:pt x="1044955" y="6707898"/>
                  </a:lnTo>
                  <a:lnTo>
                    <a:pt x="1074800" y="6746093"/>
                  </a:lnTo>
                  <a:lnTo>
                    <a:pt x="1105154" y="6783989"/>
                  </a:lnTo>
                  <a:lnTo>
                    <a:pt x="1135887" y="6821581"/>
                  </a:lnTo>
                  <a:lnTo>
                    <a:pt x="1167384" y="6857998"/>
                  </a:lnTo>
                  <a:lnTo>
                    <a:pt x="8780780" y="6857998"/>
                  </a:lnTo>
                  <a:lnTo>
                    <a:pt x="8812276" y="6821581"/>
                  </a:lnTo>
                  <a:lnTo>
                    <a:pt x="8843010" y="6783989"/>
                  </a:lnTo>
                  <a:lnTo>
                    <a:pt x="8873363" y="6746093"/>
                  </a:lnTo>
                  <a:lnTo>
                    <a:pt x="8903208" y="6707898"/>
                  </a:lnTo>
                  <a:lnTo>
                    <a:pt x="8932799" y="6669405"/>
                  </a:lnTo>
                  <a:lnTo>
                    <a:pt x="8962009" y="6630619"/>
                  </a:lnTo>
                  <a:lnTo>
                    <a:pt x="8990965" y="6591528"/>
                  </a:lnTo>
                  <a:lnTo>
                    <a:pt x="9019413" y="6552158"/>
                  </a:lnTo>
                  <a:lnTo>
                    <a:pt x="9047480" y="6512496"/>
                  </a:lnTo>
                  <a:lnTo>
                    <a:pt x="9075166" y="6472542"/>
                  </a:lnTo>
                  <a:lnTo>
                    <a:pt x="9102598" y="6432321"/>
                  </a:lnTo>
                  <a:lnTo>
                    <a:pt x="9129522" y="6391808"/>
                  </a:lnTo>
                  <a:lnTo>
                    <a:pt x="9156065" y="6351028"/>
                  </a:lnTo>
                  <a:lnTo>
                    <a:pt x="9182227" y="6309969"/>
                  </a:lnTo>
                  <a:lnTo>
                    <a:pt x="9208008" y="6268631"/>
                  </a:lnTo>
                  <a:lnTo>
                    <a:pt x="9233408" y="6227025"/>
                  </a:lnTo>
                  <a:lnTo>
                    <a:pt x="9258427" y="6185154"/>
                  </a:lnTo>
                  <a:lnTo>
                    <a:pt x="9283065" y="6143028"/>
                  </a:lnTo>
                  <a:lnTo>
                    <a:pt x="9307195" y="6100635"/>
                  </a:lnTo>
                  <a:lnTo>
                    <a:pt x="9331071" y="6057976"/>
                  </a:lnTo>
                  <a:lnTo>
                    <a:pt x="9354439" y="6015062"/>
                  </a:lnTo>
                  <a:lnTo>
                    <a:pt x="9377426" y="5971895"/>
                  </a:lnTo>
                  <a:lnTo>
                    <a:pt x="9400032" y="5928487"/>
                  </a:lnTo>
                  <a:lnTo>
                    <a:pt x="9422130" y="5884824"/>
                  </a:lnTo>
                  <a:lnTo>
                    <a:pt x="9443847" y="5840907"/>
                  </a:lnTo>
                  <a:lnTo>
                    <a:pt x="9465183" y="5796762"/>
                  </a:lnTo>
                  <a:lnTo>
                    <a:pt x="9486138" y="5752363"/>
                  </a:lnTo>
                  <a:lnTo>
                    <a:pt x="9506585" y="5707735"/>
                  </a:lnTo>
                  <a:lnTo>
                    <a:pt x="9526651" y="5662866"/>
                  </a:lnTo>
                  <a:lnTo>
                    <a:pt x="9546209" y="5617768"/>
                  </a:lnTo>
                  <a:lnTo>
                    <a:pt x="9565386" y="5572379"/>
                  </a:lnTo>
                  <a:lnTo>
                    <a:pt x="9584182" y="5526913"/>
                  </a:lnTo>
                  <a:lnTo>
                    <a:pt x="9602470" y="5481066"/>
                  </a:lnTo>
                  <a:lnTo>
                    <a:pt x="9620377" y="5435092"/>
                  </a:lnTo>
                  <a:lnTo>
                    <a:pt x="9637776" y="5388864"/>
                  </a:lnTo>
                  <a:lnTo>
                    <a:pt x="9654794" y="5342382"/>
                  </a:lnTo>
                  <a:lnTo>
                    <a:pt x="9671304" y="5295773"/>
                  </a:lnTo>
                  <a:lnTo>
                    <a:pt x="9687306" y="5248910"/>
                  </a:lnTo>
                  <a:lnTo>
                    <a:pt x="9702927" y="5201793"/>
                  </a:lnTo>
                  <a:lnTo>
                    <a:pt x="9718167" y="5154549"/>
                  </a:lnTo>
                  <a:lnTo>
                    <a:pt x="9732899" y="5107051"/>
                  </a:lnTo>
                  <a:lnTo>
                    <a:pt x="9747123" y="5059299"/>
                  </a:lnTo>
                  <a:lnTo>
                    <a:pt x="9760966" y="5011420"/>
                  </a:lnTo>
                  <a:lnTo>
                    <a:pt x="9774174" y="4963414"/>
                  </a:lnTo>
                  <a:lnTo>
                    <a:pt x="9787128" y="4915154"/>
                  </a:lnTo>
                  <a:lnTo>
                    <a:pt x="9799447" y="4866640"/>
                  </a:lnTo>
                  <a:lnTo>
                    <a:pt x="9811385" y="4817999"/>
                  </a:lnTo>
                  <a:lnTo>
                    <a:pt x="9822815" y="4769104"/>
                  </a:lnTo>
                  <a:lnTo>
                    <a:pt x="9833737" y="4720082"/>
                  </a:lnTo>
                  <a:lnTo>
                    <a:pt x="9844151" y="4670933"/>
                  </a:lnTo>
                  <a:lnTo>
                    <a:pt x="9854184" y="4621530"/>
                  </a:lnTo>
                  <a:lnTo>
                    <a:pt x="9863709" y="4572000"/>
                  </a:lnTo>
                  <a:lnTo>
                    <a:pt x="9872726" y="4522216"/>
                  </a:lnTo>
                  <a:lnTo>
                    <a:pt x="9881235" y="4472305"/>
                  </a:lnTo>
                  <a:lnTo>
                    <a:pt x="9889236" y="4422267"/>
                  </a:lnTo>
                  <a:lnTo>
                    <a:pt x="9896729" y="4371975"/>
                  </a:lnTo>
                  <a:lnTo>
                    <a:pt x="9903714" y="4321683"/>
                  </a:lnTo>
                  <a:lnTo>
                    <a:pt x="9910191" y="4271010"/>
                  </a:lnTo>
                  <a:lnTo>
                    <a:pt x="9916287" y="4220337"/>
                  </a:lnTo>
                  <a:lnTo>
                    <a:pt x="9921748" y="4169537"/>
                  </a:lnTo>
                  <a:lnTo>
                    <a:pt x="9926701" y="4118482"/>
                  </a:lnTo>
                  <a:lnTo>
                    <a:pt x="9931146" y="4067302"/>
                  </a:lnTo>
                  <a:lnTo>
                    <a:pt x="9935210" y="4015994"/>
                  </a:lnTo>
                  <a:lnTo>
                    <a:pt x="9938639" y="3964558"/>
                  </a:lnTo>
                  <a:lnTo>
                    <a:pt x="9941560" y="3912870"/>
                  </a:lnTo>
                  <a:lnTo>
                    <a:pt x="9943846" y="3861180"/>
                  </a:lnTo>
                  <a:lnTo>
                    <a:pt x="9945751" y="3809365"/>
                  </a:lnTo>
                  <a:lnTo>
                    <a:pt x="9947148" y="3757295"/>
                  </a:lnTo>
                  <a:lnTo>
                    <a:pt x="9947910" y="3705225"/>
                  </a:lnTo>
                  <a:lnTo>
                    <a:pt x="9948164" y="3652901"/>
                  </a:lnTo>
                  <a:lnTo>
                    <a:pt x="9947910" y="3600704"/>
                  </a:lnTo>
                  <a:lnTo>
                    <a:pt x="9947148" y="3548634"/>
                  </a:lnTo>
                  <a:lnTo>
                    <a:pt x="9945751" y="3496817"/>
                  </a:lnTo>
                  <a:lnTo>
                    <a:pt x="9943846" y="3445002"/>
                  </a:lnTo>
                  <a:lnTo>
                    <a:pt x="9941560" y="3393313"/>
                  </a:lnTo>
                  <a:lnTo>
                    <a:pt x="9938639" y="3341751"/>
                  </a:lnTo>
                  <a:lnTo>
                    <a:pt x="9935210" y="3290442"/>
                  </a:lnTo>
                  <a:lnTo>
                    <a:pt x="9931273" y="3239262"/>
                  </a:lnTo>
                  <a:lnTo>
                    <a:pt x="9926828" y="3188080"/>
                  </a:lnTo>
                  <a:lnTo>
                    <a:pt x="9921875" y="3137154"/>
                  </a:lnTo>
                  <a:lnTo>
                    <a:pt x="9916414" y="3086354"/>
                  </a:lnTo>
                  <a:lnTo>
                    <a:pt x="9910318" y="3035808"/>
                  </a:lnTo>
                  <a:lnTo>
                    <a:pt x="9903841" y="2985262"/>
                  </a:lnTo>
                  <a:lnTo>
                    <a:pt x="9896856" y="2934970"/>
                  </a:lnTo>
                  <a:lnTo>
                    <a:pt x="9889363" y="2884804"/>
                  </a:lnTo>
                  <a:lnTo>
                    <a:pt x="9881362" y="2834894"/>
                  </a:lnTo>
                  <a:lnTo>
                    <a:pt x="9872980" y="2784983"/>
                  </a:lnTo>
                  <a:lnTo>
                    <a:pt x="9863963" y="2735453"/>
                  </a:lnTo>
                  <a:lnTo>
                    <a:pt x="9854565" y="2685923"/>
                  </a:lnTo>
                  <a:lnTo>
                    <a:pt x="9844532" y="2636647"/>
                  </a:lnTo>
                  <a:lnTo>
                    <a:pt x="9834118" y="2587498"/>
                  </a:lnTo>
                  <a:lnTo>
                    <a:pt x="9823196" y="2538476"/>
                  </a:lnTo>
                  <a:lnTo>
                    <a:pt x="9811893" y="2489835"/>
                  </a:lnTo>
                  <a:lnTo>
                    <a:pt x="9799955" y="2441194"/>
                  </a:lnTo>
                  <a:lnTo>
                    <a:pt x="9787636" y="2392807"/>
                  </a:lnTo>
                  <a:lnTo>
                    <a:pt x="9774809" y="2344547"/>
                  </a:lnTo>
                  <a:lnTo>
                    <a:pt x="9761601" y="2296541"/>
                  </a:lnTo>
                  <a:lnTo>
                    <a:pt x="9747885" y="2248789"/>
                  </a:lnTo>
                  <a:lnTo>
                    <a:pt x="9733661" y="2201164"/>
                  </a:lnTo>
                  <a:lnTo>
                    <a:pt x="9718929" y="2153792"/>
                  </a:lnTo>
                  <a:lnTo>
                    <a:pt x="9703816" y="2106549"/>
                  </a:lnTo>
                  <a:lnTo>
                    <a:pt x="9688322" y="2059559"/>
                  </a:lnTo>
                  <a:lnTo>
                    <a:pt x="9672320" y="2012696"/>
                  </a:lnTo>
                  <a:lnTo>
                    <a:pt x="9655810" y="1966214"/>
                  </a:lnTo>
                  <a:lnTo>
                    <a:pt x="9638919" y="1919732"/>
                  </a:lnTo>
                  <a:lnTo>
                    <a:pt x="9621520" y="1873630"/>
                  </a:lnTo>
                  <a:lnTo>
                    <a:pt x="9603740" y="1827657"/>
                  </a:lnTo>
                  <a:lnTo>
                    <a:pt x="9585452" y="1781937"/>
                  </a:lnTo>
                  <a:lnTo>
                    <a:pt x="9566783" y="1736471"/>
                  </a:lnTo>
                  <a:lnTo>
                    <a:pt x="9547606" y="1691259"/>
                  </a:lnTo>
                  <a:lnTo>
                    <a:pt x="9528175" y="1646174"/>
                  </a:lnTo>
                  <a:lnTo>
                    <a:pt x="9508109" y="1601342"/>
                  </a:lnTo>
                  <a:lnTo>
                    <a:pt x="9487789" y="1556765"/>
                  </a:lnTo>
                  <a:lnTo>
                    <a:pt x="9466961" y="1512442"/>
                  </a:lnTo>
                  <a:lnTo>
                    <a:pt x="9445625" y="1468374"/>
                  </a:lnTo>
                  <a:lnTo>
                    <a:pt x="9424035" y="1424559"/>
                  </a:lnTo>
                  <a:lnTo>
                    <a:pt x="9401937" y="1380871"/>
                  </a:lnTo>
                  <a:lnTo>
                    <a:pt x="9379458" y="1337564"/>
                  </a:lnTo>
                  <a:lnTo>
                    <a:pt x="9356471" y="1294511"/>
                  </a:lnTo>
                  <a:lnTo>
                    <a:pt x="9333230" y="1251585"/>
                  </a:lnTo>
                  <a:lnTo>
                    <a:pt x="9309481" y="1209039"/>
                  </a:lnTo>
                  <a:lnTo>
                    <a:pt x="9285351" y="1166622"/>
                  </a:lnTo>
                  <a:lnTo>
                    <a:pt x="9260840" y="1124585"/>
                  </a:lnTo>
                  <a:lnTo>
                    <a:pt x="9235948" y="1082802"/>
                  </a:lnTo>
                  <a:lnTo>
                    <a:pt x="9210548" y="1041146"/>
                  </a:lnTo>
                  <a:lnTo>
                    <a:pt x="9184894" y="999871"/>
                  </a:lnTo>
                  <a:lnTo>
                    <a:pt x="9158859" y="958850"/>
                  </a:lnTo>
                  <a:lnTo>
                    <a:pt x="9132316" y="918083"/>
                  </a:lnTo>
                  <a:lnTo>
                    <a:pt x="9105392" y="877697"/>
                  </a:lnTo>
                  <a:lnTo>
                    <a:pt x="9078214" y="837438"/>
                  </a:lnTo>
                  <a:lnTo>
                    <a:pt x="9050528" y="797560"/>
                  </a:lnTo>
                  <a:lnTo>
                    <a:pt x="9022588" y="757936"/>
                  </a:lnTo>
                  <a:lnTo>
                    <a:pt x="8994140" y="718565"/>
                  </a:lnTo>
                  <a:lnTo>
                    <a:pt x="8965438" y="679576"/>
                  </a:lnTo>
                  <a:lnTo>
                    <a:pt x="8936355" y="640841"/>
                  </a:lnTo>
                  <a:lnTo>
                    <a:pt x="8906764" y="602361"/>
                  </a:lnTo>
                  <a:lnTo>
                    <a:pt x="8876919" y="564134"/>
                  </a:lnTo>
                  <a:lnTo>
                    <a:pt x="8846693" y="526288"/>
                  </a:lnTo>
                  <a:lnTo>
                    <a:pt x="8816213" y="488823"/>
                  </a:lnTo>
                  <a:lnTo>
                    <a:pt x="8785225" y="451485"/>
                  </a:lnTo>
                  <a:lnTo>
                    <a:pt x="8753983" y="414527"/>
                  </a:lnTo>
                  <a:lnTo>
                    <a:pt x="8722360" y="377951"/>
                  </a:lnTo>
                  <a:lnTo>
                    <a:pt x="8690356" y="341629"/>
                  </a:lnTo>
                  <a:lnTo>
                    <a:pt x="8657971" y="305561"/>
                  </a:lnTo>
                  <a:lnTo>
                    <a:pt x="8625332" y="269875"/>
                  </a:lnTo>
                  <a:lnTo>
                    <a:pt x="8592312" y="234442"/>
                  </a:lnTo>
                  <a:lnTo>
                    <a:pt x="8559038" y="199390"/>
                  </a:lnTo>
                  <a:lnTo>
                    <a:pt x="8525256" y="164719"/>
                  </a:lnTo>
                  <a:lnTo>
                    <a:pt x="8491347" y="130301"/>
                  </a:lnTo>
                  <a:lnTo>
                    <a:pt x="83548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919476" y="4946396"/>
            <a:ext cx="56502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4"/>
              </a:rPr>
              <a:t>https://www.youtube.com/watch?v=Q7dqyoHUJ5I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26008" y="739140"/>
            <a:ext cx="7647940" cy="4812665"/>
            <a:chOff x="826008" y="739140"/>
            <a:chExt cx="7647940" cy="4812665"/>
          </a:xfrm>
        </p:grpSpPr>
        <p:sp>
          <p:nvSpPr>
            <p:cNvPr id="10" name="object 10"/>
            <p:cNvSpPr/>
            <p:nvPr/>
          </p:nvSpPr>
          <p:spPr>
            <a:xfrm>
              <a:off x="3718559" y="5524489"/>
              <a:ext cx="4754880" cy="27305"/>
            </a:xfrm>
            <a:custGeom>
              <a:avLst/>
              <a:gdLst/>
              <a:ahLst/>
              <a:cxnLst/>
              <a:rect l="l" t="t" r="r" b="b"/>
              <a:pathLst>
                <a:path w="4754880" h="27304">
                  <a:moveTo>
                    <a:pt x="4754880" y="0"/>
                  </a:moveTo>
                  <a:lnTo>
                    <a:pt x="0" y="0"/>
                  </a:lnTo>
                  <a:lnTo>
                    <a:pt x="0" y="26934"/>
                  </a:lnTo>
                  <a:lnTo>
                    <a:pt x="4754880" y="26934"/>
                  </a:lnTo>
                  <a:lnTo>
                    <a:pt x="4754880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6008" y="739140"/>
              <a:ext cx="6966204" cy="39624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295893" y="1747215"/>
            <a:ext cx="22790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6"/>
              </a:rPr>
              <a:t>https://www.apriora.ai/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501373" y="6456679"/>
            <a:ext cx="17526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7D7D7D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77110" y="2804616"/>
            <a:ext cx="85820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spc="-20" dirty="0">
                <a:solidFill>
                  <a:srgbClr val="000000"/>
                </a:solidFill>
                <a:latin typeface="Segoe UI"/>
                <a:cs typeface="Segoe UI"/>
              </a:rPr>
              <a:t>Introducing</a:t>
            </a:r>
            <a:r>
              <a:rPr sz="6000" b="0" spc="-29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 dirty="0">
                <a:solidFill>
                  <a:srgbClr val="000000"/>
                </a:solidFill>
                <a:latin typeface="Segoe UI"/>
                <a:cs typeface="Segoe UI"/>
              </a:rPr>
              <a:t>Generative</a:t>
            </a:r>
            <a:r>
              <a:rPr sz="6000" b="0" spc="-33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 spc="-25" dirty="0">
                <a:solidFill>
                  <a:srgbClr val="000000"/>
                </a:solidFill>
                <a:latin typeface="Segoe UI"/>
                <a:cs typeface="Segoe UI"/>
              </a:rPr>
              <a:t>AI</a:t>
            </a:r>
            <a:endParaRPr sz="60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18559" y="5524489"/>
            <a:ext cx="4754880" cy="27305"/>
          </a:xfrm>
          <a:custGeom>
            <a:avLst/>
            <a:gdLst/>
            <a:ahLst/>
            <a:cxnLst/>
            <a:rect l="l" t="t" r="r" b="b"/>
            <a:pathLst>
              <a:path w="4754880" h="27304">
                <a:moveTo>
                  <a:pt x="4754880" y="0"/>
                </a:moveTo>
                <a:lnTo>
                  <a:pt x="0" y="0"/>
                </a:lnTo>
                <a:lnTo>
                  <a:pt x="0" y="26934"/>
                </a:lnTo>
                <a:lnTo>
                  <a:pt x="4754880" y="26934"/>
                </a:lnTo>
                <a:lnTo>
                  <a:pt x="4754880" y="0"/>
                </a:lnTo>
                <a:close/>
              </a:path>
            </a:pathLst>
          </a:custGeom>
          <a:solidFill>
            <a:srgbClr val="EB7B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01373" y="6456679"/>
            <a:ext cx="17526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7D7D7D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591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solidFill>
                  <a:srgbClr val="333333"/>
                </a:solidFill>
              </a:rPr>
              <a:t>What’s</a:t>
            </a:r>
            <a:r>
              <a:rPr sz="2400" spc="-155" dirty="0">
                <a:solidFill>
                  <a:srgbClr val="333333"/>
                </a:solidFill>
              </a:rPr>
              <a:t> </a:t>
            </a:r>
            <a:r>
              <a:rPr sz="2400" spc="-10" dirty="0">
                <a:solidFill>
                  <a:srgbClr val="333333"/>
                </a:solidFill>
              </a:rPr>
              <a:t>Generative</a:t>
            </a:r>
            <a:r>
              <a:rPr sz="2400" spc="-95" dirty="0">
                <a:solidFill>
                  <a:srgbClr val="333333"/>
                </a:solidFill>
              </a:rPr>
              <a:t> </a:t>
            </a:r>
            <a:r>
              <a:rPr sz="2400" spc="-25" dirty="0">
                <a:solidFill>
                  <a:srgbClr val="333333"/>
                </a:solidFill>
              </a:rPr>
              <a:t>AI?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23366" y="1159509"/>
            <a:ext cx="10462260" cy="10477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2225">
              <a:lnSpc>
                <a:spcPct val="102400"/>
              </a:lnSpc>
              <a:spcBef>
                <a:spcPts val="55"/>
              </a:spcBef>
            </a:pP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Generative</a:t>
            </a:r>
            <a:r>
              <a:rPr sz="1650" b="1" spc="229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AI:</a:t>
            </a:r>
            <a:r>
              <a:rPr sz="1650" b="1" spc="2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spc="2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2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type</a:t>
            </a:r>
            <a:r>
              <a:rPr sz="1650" spc="2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/</a:t>
            </a:r>
            <a:r>
              <a:rPr sz="1650" spc="2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subset</a:t>
            </a:r>
            <a:r>
              <a:rPr sz="1650" spc="254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2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artificial</a:t>
            </a:r>
            <a:r>
              <a:rPr sz="1650" spc="2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intelligence</a:t>
            </a:r>
            <a:r>
              <a:rPr sz="1650" spc="2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system</a:t>
            </a:r>
            <a:r>
              <a:rPr sz="1650" spc="2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254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2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produce</a:t>
            </a:r>
            <a:r>
              <a:rPr sz="1650" spc="2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various</a:t>
            </a:r>
            <a:r>
              <a:rPr sz="1650" spc="2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types</a:t>
            </a:r>
            <a:r>
              <a:rPr sz="1650" spc="2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2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content,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including</a:t>
            </a:r>
            <a:r>
              <a:rPr sz="1650" spc="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text,</a:t>
            </a:r>
            <a:r>
              <a:rPr sz="1650" spc="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imagery,</a:t>
            </a:r>
            <a:r>
              <a:rPr sz="1650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audio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synthetic</a:t>
            </a:r>
            <a:r>
              <a:rPr sz="1650" spc="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Generative</a:t>
            </a:r>
            <a:r>
              <a:rPr sz="1650" spc="114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1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650" spc="1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learn</a:t>
            </a:r>
            <a:r>
              <a:rPr sz="1650" spc="1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1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patterns</a:t>
            </a:r>
            <a:r>
              <a:rPr sz="1650" spc="114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structure</a:t>
            </a:r>
            <a:r>
              <a:rPr sz="1650" spc="1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114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650" spc="1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input</a:t>
            </a:r>
            <a:r>
              <a:rPr sz="1650" spc="1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training</a:t>
            </a:r>
            <a:r>
              <a:rPr sz="1650" spc="1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114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then</a:t>
            </a:r>
            <a:r>
              <a:rPr sz="1650" spc="1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generate</a:t>
            </a:r>
            <a:r>
              <a:rPr sz="1650" spc="1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650" spc="1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has</a:t>
            </a:r>
            <a:r>
              <a:rPr sz="16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similar</a:t>
            </a:r>
            <a:r>
              <a:rPr sz="1650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characteristics.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2001011"/>
            <a:ext cx="6402324" cy="187147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299716" y="3922725"/>
            <a:ext cx="8590915" cy="2935605"/>
            <a:chOff x="2299716" y="3922725"/>
            <a:chExt cx="8590915" cy="293560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9716" y="3922725"/>
              <a:ext cx="4495800" cy="29352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94788" y="4117846"/>
              <a:ext cx="3925824" cy="27249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81572" y="3922725"/>
              <a:ext cx="4408932" cy="29352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6644" y="4117846"/>
              <a:ext cx="3838955" cy="2724912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98347" y="555497"/>
            <a:ext cx="1229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</a:rPr>
              <a:t>AI</a:t>
            </a:r>
            <a:r>
              <a:rPr sz="2400" spc="-55" dirty="0">
                <a:solidFill>
                  <a:srgbClr val="333333"/>
                </a:solidFill>
              </a:rPr>
              <a:t> </a:t>
            </a:r>
            <a:r>
              <a:rPr sz="2400" spc="-10" dirty="0">
                <a:solidFill>
                  <a:srgbClr val="333333"/>
                </a:solidFill>
              </a:rPr>
              <a:t>terms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766368" y="881608"/>
            <a:ext cx="10417810" cy="179832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0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Large</a:t>
            </a:r>
            <a:r>
              <a:rPr sz="20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libri"/>
                <a:cs typeface="Calibri"/>
              </a:rPr>
              <a:t>Language</a:t>
            </a:r>
            <a:r>
              <a:rPr sz="20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Model</a:t>
            </a:r>
            <a:r>
              <a:rPr sz="20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libri"/>
                <a:cs typeface="Calibri"/>
              </a:rPr>
              <a:t>(LLM):</a:t>
            </a:r>
            <a:endParaRPr sz="2000">
              <a:latin typeface="Calibri"/>
              <a:cs typeface="Calibri"/>
            </a:endParaRPr>
          </a:p>
          <a:p>
            <a:pPr marL="411480" indent="-398780">
              <a:lnSpc>
                <a:spcPct val="100000"/>
              </a:lnSpc>
              <a:spcBef>
                <a:spcPts val="925"/>
              </a:spcBef>
              <a:buFont typeface="Arial MT"/>
              <a:buChar char="•"/>
              <a:tabLst>
                <a:tab pos="411480" algn="l"/>
              </a:tabLst>
            </a:pPr>
            <a:r>
              <a:rPr sz="2000" dirty="0">
                <a:latin typeface="Calibri"/>
                <a:cs typeface="Calibri"/>
              </a:rPr>
              <a:t>Is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advanced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AI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trained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understand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generate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human-</a:t>
            </a:r>
            <a:r>
              <a:rPr sz="2000" dirty="0">
                <a:latin typeface="Calibri"/>
                <a:cs typeface="Calibri"/>
              </a:rPr>
              <a:t>like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text.</a:t>
            </a:r>
            <a:endParaRPr sz="2000">
              <a:latin typeface="Calibri"/>
              <a:cs typeface="Calibri"/>
            </a:endParaRPr>
          </a:p>
          <a:p>
            <a:pPr marL="354965" marR="5080" indent="-342900">
              <a:lnSpc>
                <a:spcPct val="1501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massive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amounts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text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answer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questions,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write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content,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assist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 </a:t>
            </a:r>
            <a:r>
              <a:rPr sz="2000" spc="-10" dirty="0">
                <a:latin typeface="Calibri"/>
                <a:cs typeface="Calibri"/>
              </a:rPr>
              <a:t>conversations.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636520"/>
            <a:ext cx="11854180" cy="3900170"/>
            <a:chOff x="0" y="2636520"/>
            <a:chExt cx="11854180" cy="39001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636520"/>
              <a:ext cx="7962899" cy="3639311"/>
            </a:xfrm>
            <a:prstGeom prst="rect">
              <a:avLst/>
            </a:prstGeom>
          </p:spPr>
        </p:pic>
        <p:pic>
          <p:nvPicPr>
            <p:cNvPr id="6" name="object 6" descr="Top LLM Use Cases for Business - Apriorit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9400" y="3965448"/>
              <a:ext cx="5224272" cy="257098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591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</a:rPr>
              <a:t>AI</a:t>
            </a:r>
            <a:r>
              <a:rPr sz="2400" spc="-30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terms</a:t>
            </a:r>
            <a:r>
              <a:rPr sz="2400" spc="-35" dirty="0">
                <a:solidFill>
                  <a:srgbClr val="333333"/>
                </a:solidFill>
              </a:rPr>
              <a:t> </a:t>
            </a:r>
            <a:r>
              <a:rPr sz="2400" spc="-10" dirty="0">
                <a:solidFill>
                  <a:srgbClr val="333333"/>
                </a:solidFill>
              </a:rPr>
              <a:t>(Cont.)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52043" y="1520190"/>
            <a:ext cx="11167745" cy="37293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652145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latin typeface="Segoe UI"/>
                <a:cs typeface="Segoe UI"/>
              </a:rPr>
              <a:t>Prompt:</a:t>
            </a:r>
            <a:r>
              <a:rPr sz="1800" b="1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is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text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input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given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AI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model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elicit</a:t>
            </a:r>
            <a:r>
              <a:rPr sz="1800" spc="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specific</a:t>
            </a:r>
            <a:r>
              <a:rPr sz="1800" spc="-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response</a:t>
            </a:r>
            <a:r>
              <a:rPr sz="1800" spc="-8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or</a:t>
            </a:r>
            <a:r>
              <a:rPr sz="1800" spc="-8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output,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guiding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model's </a:t>
            </a:r>
            <a:r>
              <a:rPr sz="1800" dirty="0">
                <a:latin typeface="Segoe UI"/>
                <a:cs typeface="Segoe UI"/>
              </a:rPr>
              <a:t>generation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process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or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spc="-30" dirty="0">
                <a:latin typeface="Segoe UI"/>
                <a:cs typeface="Segoe UI"/>
              </a:rPr>
              <a:t>decision-</a:t>
            </a:r>
            <a:r>
              <a:rPr sz="1800" spc="-10" dirty="0">
                <a:latin typeface="Segoe UI"/>
                <a:cs typeface="Segoe UI"/>
              </a:rPr>
              <a:t>making.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65"/>
              </a:spcBef>
              <a:buFont typeface="Arial MT"/>
              <a:buChar char="•"/>
            </a:pPr>
            <a:endParaRPr sz="1800">
              <a:latin typeface="Segoe UI"/>
              <a:cs typeface="Segoe UI"/>
            </a:endParaRPr>
          </a:p>
          <a:p>
            <a:pPr marL="240665" marR="53340" indent="-228600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latin typeface="Segoe UI"/>
                <a:cs typeface="Segoe UI"/>
              </a:rPr>
              <a:t>Completion:</a:t>
            </a:r>
            <a:r>
              <a:rPr sz="1800" b="1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is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output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or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response</a:t>
            </a:r>
            <a:r>
              <a:rPr sz="1800" spc="-1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generated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by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AI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model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based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on</a:t>
            </a:r>
            <a:r>
              <a:rPr sz="1800" spc="-10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given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prompt,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representing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the </a:t>
            </a:r>
            <a:r>
              <a:rPr sz="1800" dirty="0">
                <a:latin typeface="Segoe UI"/>
                <a:cs typeface="Segoe UI"/>
              </a:rPr>
              <a:t>model's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attempt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complete,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answer,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or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extend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</a:t>
            </a:r>
            <a:r>
              <a:rPr sz="1800" spc="-10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input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it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received.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65"/>
              </a:spcBef>
              <a:buFont typeface="Arial MT"/>
              <a:buChar char="•"/>
            </a:pPr>
            <a:endParaRPr sz="18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800" b="1" spc="-25" dirty="0">
                <a:latin typeface="Segoe UI"/>
                <a:cs typeface="Segoe UI"/>
              </a:rPr>
              <a:t>Tokens:</a:t>
            </a:r>
            <a:r>
              <a:rPr sz="1800" b="1" spc="-9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For</a:t>
            </a:r>
            <a:r>
              <a:rPr sz="1800" spc="-8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text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tokens</a:t>
            </a:r>
            <a:r>
              <a:rPr sz="1800" spc="-9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Azure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OpenAI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processes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text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by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breaking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it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down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into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tokens.</a:t>
            </a:r>
            <a:r>
              <a:rPr sz="1800" spc="-10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For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example:</a:t>
            </a:r>
            <a:r>
              <a:rPr sz="1800" spc="-12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1,000</a:t>
            </a:r>
            <a:endParaRPr sz="1800">
              <a:latin typeface="Segoe UI"/>
              <a:cs typeface="Segoe UI"/>
            </a:endParaRPr>
          </a:p>
          <a:p>
            <a:pPr marL="24066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Segoe UI"/>
                <a:cs typeface="Segoe UI"/>
              </a:rPr>
              <a:t>tokens</a:t>
            </a:r>
            <a:r>
              <a:rPr sz="1800" spc="-10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is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about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750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words.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65"/>
              </a:spcBef>
            </a:pPr>
            <a:endParaRPr sz="1800">
              <a:latin typeface="Segoe UI"/>
              <a:cs typeface="Segoe UI"/>
            </a:endParaRPr>
          </a:p>
          <a:p>
            <a:pPr marL="240665" marR="5080" indent="-228600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latin typeface="Segoe UI"/>
                <a:cs typeface="Segoe UI"/>
              </a:rPr>
              <a:t>Prompt</a:t>
            </a:r>
            <a:r>
              <a:rPr sz="1800" b="1" spc="-7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engineering</a:t>
            </a:r>
            <a:r>
              <a:rPr sz="1800" b="1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is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process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of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structuring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instruction</a:t>
            </a:r>
            <a:r>
              <a:rPr sz="1800" spc="-9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that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can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be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interpreted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understood</a:t>
            </a:r>
            <a:r>
              <a:rPr sz="1800" spc="-9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by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spc="-50" dirty="0">
                <a:latin typeface="Segoe UI"/>
                <a:cs typeface="Segoe UI"/>
              </a:rPr>
              <a:t>a </a:t>
            </a:r>
            <a:r>
              <a:rPr sz="1800" dirty="0">
                <a:latin typeface="Segoe UI"/>
                <a:cs typeface="Segoe UI"/>
              </a:rPr>
              <a:t>generative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AI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model.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prompt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is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natural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language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text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describing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task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that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AI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should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perform.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591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33"/>
                </a:solidFill>
              </a:rPr>
              <a:t>AI</a:t>
            </a:r>
            <a:r>
              <a:rPr sz="2400" spc="-30" dirty="0">
                <a:solidFill>
                  <a:srgbClr val="333333"/>
                </a:solidFill>
              </a:rPr>
              <a:t> </a:t>
            </a:r>
            <a:r>
              <a:rPr sz="2400" dirty="0">
                <a:solidFill>
                  <a:srgbClr val="333333"/>
                </a:solidFill>
              </a:rPr>
              <a:t>terms</a:t>
            </a:r>
            <a:r>
              <a:rPr sz="2400" spc="-35" dirty="0">
                <a:solidFill>
                  <a:srgbClr val="333333"/>
                </a:solidFill>
              </a:rPr>
              <a:t> </a:t>
            </a:r>
            <a:r>
              <a:rPr sz="2400" spc="-10" dirty="0">
                <a:solidFill>
                  <a:srgbClr val="333333"/>
                </a:solidFill>
              </a:rPr>
              <a:t>(Cont.)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011631" y="6368550"/>
            <a:ext cx="137160" cy="1784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050" spc="-55" dirty="0">
                <a:solidFill>
                  <a:srgbClr val="FFFFFF"/>
                </a:solidFill>
                <a:latin typeface="Segoe UI"/>
                <a:cs typeface="Segoe UI"/>
              </a:rPr>
              <a:t>30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755916"/>
            <a:ext cx="12192000" cy="6102350"/>
            <a:chOff x="0" y="755916"/>
            <a:chExt cx="12192000" cy="61023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55916"/>
              <a:ext cx="5919216" cy="610208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950974"/>
              <a:ext cx="5391912" cy="5905498"/>
            </a:xfrm>
            <a:prstGeom prst="rect">
              <a:avLst/>
            </a:prstGeom>
          </p:spPr>
        </p:pic>
        <p:pic>
          <p:nvPicPr>
            <p:cNvPr id="7" name="object 7" descr="What is Prompt Engineering?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4020" y="1709915"/>
              <a:ext cx="6697980" cy="4227576"/>
            </a:xfrm>
            <a:prstGeom prst="rect">
              <a:avLst/>
            </a:prstGeom>
          </p:spPr>
        </p:pic>
        <p:pic>
          <p:nvPicPr>
            <p:cNvPr id="8" name="object 8" descr="What is Prompt Engineering?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89091" y="1904999"/>
              <a:ext cx="6502907" cy="36576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175628" y="5936081"/>
            <a:ext cx="5370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It’s</a:t>
            </a:r>
            <a:r>
              <a:rPr sz="1800" b="1" spc="-25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the</a:t>
            </a:r>
            <a:r>
              <a:rPr sz="1800" b="1" spc="-10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Human</a:t>
            </a:r>
            <a:r>
              <a:rPr sz="1800" b="1" spc="-25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Touch</a:t>
            </a:r>
            <a:r>
              <a:rPr sz="1800" b="1" spc="-25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that</a:t>
            </a:r>
            <a:r>
              <a:rPr sz="1800" b="1" spc="-15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Powers</a:t>
            </a:r>
            <a:r>
              <a:rPr sz="1800" b="1" spc="-30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Generative</a:t>
            </a:r>
            <a:r>
              <a:rPr sz="1800" b="1" spc="-15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3A6A"/>
                </a:solidFill>
                <a:latin typeface="Calibri"/>
                <a:cs typeface="Calibri"/>
              </a:rPr>
              <a:t>AI</a:t>
            </a:r>
            <a:r>
              <a:rPr sz="1800" b="1" spc="-35" dirty="0">
                <a:solidFill>
                  <a:srgbClr val="0D3A6A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D3A6A"/>
                </a:solidFill>
                <a:latin typeface="Calibri"/>
                <a:cs typeface="Calibri"/>
              </a:rPr>
              <a:t>Success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36773" y="2804616"/>
            <a:ext cx="592455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dirty="0">
                <a:latin typeface="Segoe UI"/>
                <a:cs typeface="Segoe UI"/>
              </a:rPr>
              <a:t>Models</a:t>
            </a:r>
            <a:r>
              <a:rPr sz="6000" b="0" spc="-245" dirty="0">
                <a:latin typeface="Segoe UI"/>
                <a:cs typeface="Segoe UI"/>
              </a:rPr>
              <a:t> </a:t>
            </a:r>
            <a:r>
              <a:rPr sz="6000" b="0" dirty="0">
                <a:latin typeface="Segoe UI"/>
                <a:cs typeface="Segoe UI"/>
              </a:rPr>
              <a:t>and</a:t>
            </a:r>
            <a:r>
              <a:rPr sz="6000" b="0" spc="-220" dirty="0">
                <a:latin typeface="Segoe UI"/>
                <a:cs typeface="Segoe UI"/>
              </a:rPr>
              <a:t> </a:t>
            </a:r>
            <a:r>
              <a:rPr sz="6000" b="0" spc="-484" dirty="0">
                <a:latin typeface="Segoe UI"/>
                <a:cs typeface="Segoe UI"/>
              </a:rPr>
              <a:t>T</a:t>
            </a:r>
            <a:r>
              <a:rPr sz="6000" b="0" spc="105" dirty="0">
                <a:latin typeface="Segoe UI"/>
                <a:cs typeface="Segoe UI"/>
              </a:rPr>
              <a:t>ools</a:t>
            </a:r>
            <a:endParaRPr sz="6000">
              <a:latin typeface="Segoe UI"/>
              <a:cs typeface="Segoe U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18559" y="4262628"/>
            <a:ext cx="4754880" cy="2164080"/>
            <a:chOff x="3718559" y="4262628"/>
            <a:chExt cx="4754880" cy="2164080"/>
          </a:xfrm>
        </p:grpSpPr>
        <p:sp>
          <p:nvSpPr>
            <p:cNvPr id="4" name="object 4"/>
            <p:cNvSpPr/>
            <p:nvPr/>
          </p:nvSpPr>
          <p:spPr>
            <a:xfrm>
              <a:off x="3718559" y="5524490"/>
              <a:ext cx="4754880" cy="27305"/>
            </a:xfrm>
            <a:custGeom>
              <a:avLst/>
              <a:gdLst/>
              <a:ahLst/>
              <a:cxnLst/>
              <a:rect l="l" t="t" r="r" b="b"/>
              <a:pathLst>
                <a:path w="4754880" h="27304">
                  <a:moveTo>
                    <a:pt x="4754880" y="0"/>
                  </a:moveTo>
                  <a:lnTo>
                    <a:pt x="0" y="0"/>
                  </a:lnTo>
                  <a:lnTo>
                    <a:pt x="0" y="26934"/>
                  </a:lnTo>
                  <a:lnTo>
                    <a:pt x="4754880" y="26934"/>
                  </a:lnTo>
                  <a:lnTo>
                    <a:pt x="4754880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5399" y="4262628"/>
              <a:ext cx="2164079" cy="216408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1501373" y="6418579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7D7D7D"/>
                </a:solidFill>
                <a:latin typeface="Calibri"/>
                <a:cs typeface="Calibri"/>
              </a:rPr>
              <a:t>23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483" y="6342888"/>
            <a:ext cx="10523220" cy="267970"/>
            <a:chOff x="824483" y="6342888"/>
            <a:chExt cx="10523220" cy="267970"/>
          </a:xfrm>
        </p:grpSpPr>
        <p:sp>
          <p:nvSpPr>
            <p:cNvPr id="3" name="object 3"/>
            <p:cNvSpPr/>
            <p:nvPr/>
          </p:nvSpPr>
          <p:spPr>
            <a:xfrm>
              <a:off x="827531" y="6345936"/>
              <a:ext cx="10517505" cy="7620"/>
            </a:xfrm>
            <a:custGeom>
              <a:avLst/>
              <a:gdLst/>
              <a:ahLst/>
              <a:cxnLst/>
              <a:rect l="l" t="t" r="r" b="b"/>
              <a:pathLst>
                <a:path w="10517505" h="7620">
                  <a:moveTo>
                    <a:pt x="0" y="0"/>
                  </a:moveTo>
                  <a:lnTo>
                    <a:pt x="10516997" y="7124"/>
                  </a:lnTo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531" y="6347460"/>
              <a:ext cx="519430" cy="263525"/>
            </a:xfrm>
            <a:custGeom>
              <a:avLst/>
              <a:gdLst/>
              <a:ahLst/>
              <a:cxnLst/>
              <a:rect l="l" t="t" r="r" b="b"/>
              <a:pathLst>
                <a:path w="519430" h="263525">
                  <a:moveTo>
                    <a:pt x="519417" y="0"/>
                  </a:moveTo>
                  <a:lnTo>
                    <a:pt x="0" y="0"/>
                  </a:lnTo>
                  <a:lnTo>
                    <a:pt x="0" y="263029"/>
                  </a:lnTo>
                  <a:lnTo>
                    <a:pt x="519417" y="263029"/>
                  </a:lnTo>
                  <a:lnTo>
                    <a:pt x="51941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27532" y="1013460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19">
                <a:moveTo>
                  <a:pt x="0" y="0"/>
                </a:moveTo>
                <a:lnTo>
                  <a:pt x="10516997" y="7112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20" y="5181600"/>
            <a:ext cx="2273808" cy="1240536"/>
          </a:xfrm>
          <a:prstGeom prst="rect">
            <a:avLst/>
          </a:prstGeom>
        </p:spPr>
      </p:pic>
      <p:pic>
        <p:nvPicPr>
          <p:cNvPr id="7" name="object 7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15528" y="3813047"/>
            <a:ext cx="2912364" cy="2322576"/>
          </a:xfrm>
          <a:prstGeom prst="rect">
            <a:avLst/>
          </a:prstGeom>
        </p:spPr>
      </p:pic>
      <p:pic>
        <p:nvPicPr>
          <p:cNvPr id="8" name="object 8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65191" y="297179"/>
            <a:ext cx="2141219" cy="146304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655058" y="761"/>
            <a:ext cx="7539355" cy="6858000"/>
            <a:chOff x="4655058" y="761"/>
            <a:chExt cx="7539355" cy="6858000"/>
          </a:xfrm>
        </p:grpSpPr>
        <p:sp>
          <p:nvSpPr>
            <p:cNvPr id="10" name="object 10"/>
            <p:cNvSpPr/>
            <p:nvPr/>
          </p:nvSpPr>
          <p:spPr>
            <a:xfrm>
              <a:off x="4655058" y="761"/>
              <a:ext cx="7539355" cy="6858000"/>
            </a:xfrm>
            <a:custGeom>
              <a:avLst/>
              <a:gdLst/>
              <a:ahLst/>
              <a:cxnLst/>
              <a:rect l="l" t="t" r="r" b="b"/>
              <a:pathLst>
                <a:path w="7539355" h="6858000">
                  <a:moveTo>
                    <a:pt x="2875788" y="0"/>
                  </a:moveTo>
                  <a:lnTo>
                    <a:pt x="2875788" y="6857998"/>
                  </a:lnTo>
                </a:path>
                <a:path w="7539355" h="6858000">
                  <a:moveTo>
                    <a:pt x="0" y="2228088"/>
                  </a:moveTo>
                  <a:lnTo>
                    <a:pt x="2876549" y="2228088"/>
                  </a:lnTo>
                </a:path>
                <a:path w="7539355" h="6858000">
                  <a:moveTo>
                    <a:pt x="2876549" y="3428873"/>
                  </a:moveTo>
                  <a:lnTo>
                    <a:pt x="7539100" y="3428873"/>
                  </a:lnTo>
                </a:path>
                <a:path w="7539355" h="6858000">
                  <a:moveTo>
                    <a:pt x="0" y="4568444"/>
                  </a:moveTo>
                  <a:lnTo>
                    <a:pt x="2876549" y="4568444"/>
                  </a:lnTo>
                </a:path>
              </a:pathLst>
            </a:custGeom>
            <a:ln w="381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68055" y="513588"/>
              <a:ext cx="3674363" cy="2510028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604516" y="5315711"/>
            <a:ext cx="1664208" cy="93421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574035" y="3669791"/>
            <a:ext cx="1589532" cy="121005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44424" y="3669791"/>
            <a:ext cx="1854708" cy="121005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50308" y="4744211"/>
            <a:ext cx="2682240" cy="48310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654296" y="5465064"/>
            <a:ext cx="2726436" cy="914400"/>
          </a:xfrm>
          <a:prstGeom prst="rect">
            <a:avLst/>
          </a:prstGeom>
        </p:spPr>
      </p:pic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911758" y="1112977"/>
            <a:ext cx="2851150" cy="233934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95"/>
              </a:spcBef>
            </a:pPr>
            <a:r>
              <a:rPr sz="4100" spc="-60" dirty="0"/>
              <a:t>Top</a:t>
            </a:r>
            <a:r>
              <a:rPr sz="4100" spc="-295" dirty="0"/>
              <a:t> </a:t>
            </a:r>
            <a:r>
              <a:rPr sz="4100" spc="-25" dirty="0"/>
              <a:t>AI </a:t>
            </a:r>
            <a:r>
              <a:rPr sz="4100" dirty="0"/>
              <a:t>models</a:t>
            </a:r>
            <a:r>
              <a:rPr sz="4100" spc="-75" dirty="0"/>
              <a:t> </a:t>
            </a:r>
            <a:r>
              <a:rPr sz="4100" spc="-25" dirty="0"/>
              <a:t>and </a:t>
            </a:r>
            <a:r>
              <a:rPr sz="4100" spc="-35" dirty="0"/>
              <a:t>Chat-</a:t>
            </a:r>
            <a:r>
              <a:rPr sz="4100" spc="-10" dirty="0"/>
              <a:t>based </a:t>
            </a:r>
            <a:r>
              <a:rPr sz="4100" dirty="0"/>
              <a:t>AI</a:t>
            </a:r>
            <a:r>
              <a:rPr sz="4100" spc="-95" dirty="0"/>
              <a:t> </a:t>
            </a:r>
            <a:r>
              <a:rPr sz="4100" spc="-20" dirty="0"/>
              <a:t>tools</a:t>
            </a:r>
            <a:endParaRPr sz="4100"/>
          </a:p>
        </p:txBody>
      </p:sp>
      <p:pic>
        <p:nvPicPr>
          <p:cNvPr id="18" name="object 18">
            <a:hlinkClick r:id="rId15"/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15484" y="3116579"/>
            <a:ext cx="2057400" cy="48615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1098148" y="6435953"/>
            <a:ext cx="1720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666666"/>
                </a:solidFill>
                <a:latin typeface="Segoe UI"/>
                <a:cs typeface="Segoe UI"/>
              </a:rPr>
              <a:t>27</a:t>
            </a:r>
            <a:endParaRPr sz="11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17295" y="2207767"/>
            <a:ext cx="2990215" cy="1933575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12700" marR="5080">
              <a:lnSpc>
                <a:spcPts val="7100"/>
              </a:lnSpc>
              <a:spcBef>
                <a:spcPts val="1020"/>
              </a:spcBef>
            </a:pPr>
            <a:r>
              <a:rPr sz="6600" spc="-20" dirty="0">
                <a:solidFill>
                  <a:srgbClr val="333333"/>
                </a:solidFill>
              </a:rPr>
              <a:t>OpenAI </a:t>
            </a:r>
            <a:r>
              <a:rPr sz="6600" spc="-10" dirty="0">
                <a:solidFill>
                  <a:srgbClr val="333333"/>
                </a:solidFill>
              </a:rPr>
              <a:t>Models</a:t>
            </a:r>
            <a:endParaRPr sz="6600"/>
          </a:p>
        </p:txBody>
      </p:sp>
      <p:grpSp>
        <p:nvGrpSpPr>
          <p:cNvPr id="3" name="object 3"/>
          <p:cNvGrpSpPr/>
          <p:nvPr/>
        </p:nvGrpSpPr>
        <p:grpSpPr>
          <a:xfrm>
            <a:off x="624840" y="4375403"/>
            <a:ext cx="3293110" cy="85090"/>
            <a:chOff x="624840" y="4375403"/>
            <a:chExt cx="3293110" cy="85090"/>
          </a:xfrm>
        </p:grpSpPr>
        <p:sp>
          <p:nvSpPr>
            <p:cNvPr id="4" name="object 4"/>
            <p:cNvSpPr/>
            <p:nvPr/>
          </p:nvSpPr>
          <p:spPr>
            <a:xfrm>
              <a:off x="643128" y="4398263"/>
              <a:ext cx="3255645" cy="39370"/>
            </a:xfrm>
            <a:custGeom>
              <a:avLst/>
              <a:gdLst/>
              <a:ahLst/>
              <a:cxnLst/>
              <a:rect l="l" t="t" r="r" b="b"/>
              <a:pathLst>
                <a:path w="3255645" h="39370">
                  <a:moveTo>
                    <a:pt x="951738" y="0"/>
                  </a:moveTo>
                  <a:lnTo>
                    <a:pt x="910463" y="0"/>
                  </a:lnTo>
                  <a:lnTo>
                    <a:pt x="870585" y="762"/>
                  </a:lnTo>
                  <a:lnTo>
                    <a:pt x="829944" y="2031"/>
                  </a:lnTo>
                  <a:lnTo>
                    <a:pt x="682752" y="8381"/>
                  </a:lnTo>
                  <a:lnTo>
                    <a:pt x="558177" y="12827"/>
                  </a:lnTo>
                  <a:lnTo>
                    <a:pt x="409486" y="18796"/>
                  </a:lnTo>
                  <a:lnTo>
                    <a:pt x="365887" y="20193"/>
                  </a:lnTo>
                  <a:lnTo>
                    <a:pt x="322935" y="21081"/>
                  </a:lnTo>
                  <a:lnTo>
                    <a:pt x="279222" y="21462"/>
                  </a:lnTo>
                  <a:lnTo>
                    <a:pt x="233337" y="21209"/>
                  </a:lnTo>
                  <a:lnTo>
                    <a:pt x="183883" y="20066"/>
                  </a:lnTo>
                  <a:lnTo>
                    <a:pt x="129438" y="18034"/>
                  </a:lnTo>
                  <a:lnTo>
                    <a:pt x="68618" y="14986"/>
                  </a:lnTo>
                  <a:lnTo>
                    <a:pt x="0" y="10794"/>
                  </a:lnTo>
                  <a:lnTo>
                    <a:pt x="368" y="17525"/>
                  </a:lnTo>
                  <a:lnTo>
                    <a:pt x="838" y="20193"/>
                  </a:lnTo>
                  <a:lnTo>
                    <a:pt x="0" y="28829"/>
                  </a:lnTo>
                  <a:lnTo>
                    <a:pt x="45453" y="28575"/>
                  </a:lnTo>
                  <a:lnTo>
                    <a:pt x="90423" y="28702"/>
                  </a:lnTo>
                  <a:lnTo>
                    <a:pt x="135381" y="29083"/>
                  </a:lnTo>
                  <a:lnTo>
                    <a:pt x="375691" y="32004"/>
                  </a:lnTo>
                  <a:lnTo>
                    <a:pt x="430047" y="32258"/>
                  </a:lnTo>
                  <a:lnTo>
                    <a:pt x="487553" y="32131"/>
                  </a:lnTo>
                  <a:lnTo>
                    <a:pt x="548665" y="31623"/>
                  </a:lnTo>
                  <a:lnTo>
                    <a:pt x="613841" y="30480"/>
                  </a:lnTo>
                  <a:lnTo>
                    <a:pt x="752475" y="27305"/>
                  </a:lnTo>
                  <a:lnTo>
                    <a:pt x="815340" y="26669"/>
                  </a:lnTo>
                  <a:lnTo>
                    <a:pt x="873125" y="26797"/>
                  </a:lnTo>
                  <a:lnTo>
                    <a:pt x="926591" y="27305"/>
                  </a:lnTo>
                  <a:lnTo>
                    <a:pt x="976376" y="28193"/>
                  </a:lnTo>
                  <a:lnTo>
                    <a:pt x="1111377" y="31496"/>
                  </a:lnTo>
                  <a:lnTo>
                    <a:pt x="1154176" y="32131"/>
                  </a:lnTo>
                  <a:lnTo>
                    <a:pt x="1197102" y="32512"/>
                  </a:lnTo>
                  <a:lnTo>
                    <a:pt x="1240917" y="32131"/>
                  </a:lnTo>
                  <a:lnTo>
                    <a:pt x="1286510" y="30987"/>
                  </a:lnTo>
                  <a:lnTo>
                    <a:pt x="1388998" y="26288"/>
                  </a:lnTo>
                  <a:lnTo>
                    <a:pt x="1436878" y="24637"/>
                  </a:lnTo>
                  <a:lnTo>
                    <a:pt x="1480058" y="23749"/>
                  </a:lnTo>
                  <a:lnTo>
                    <a:pt x="1520571" y="23494"/>
                  </a:lnTo>
                  <a:lnTo>
                    <a:pt x="1560195" y="23749"/>
                  </a:lnTo>
                  <a:lnTo>
                    <a:pt x="1748663" y="27431"/>
                  </a:lnTo>
                  <a:lnTo>
                    <a:pt x="1812925" y="28321"/>
                  </a:lnTo>
                  <a:lnTo>
                    <a:pt x="1887727" y="28829"/>
                  </a:lnTo>
                  <a:lnTo>
                    <a:pt x="1950720" y="28702"/>
                  </a:lnTo>
                  <a:lnTo>
                    <a:pt x="2012569" y="27940"/>
                  </a:lnTo>
                  <a:lnTo>
                    <a:pt x="2073021" y="26797"/>
                  </a:lnTo>
                  <a:lnTo>
                    <a:pt x="2132076" y="25273"/>
                  </a:lnTo>
                  <a:lnTo>
                    <a:pt x="2298573" y="20319"/>
                  </a:lnTo>
                  <a:lnTo>
                    <a:pt x="2350008" y="19177"/>
                  </a:lnTo>
                  <a:lnTo>
                    <a:pt x="2399029" y="18542"/>
                  </a:lnTo>
                  <a:lnTo>
                    <a:pt x="2445639" y="18542"/>
                  </a:lnTo>
                  <a:lnTo>
                    <a:pt x="2489580" y="19431"/>
                  </a:lnTo>
                  <a:lnTo>
                    <a:pt x="2530729" y="21336"/>
                  </a:lnTo>
                  <a:lnTo>
                    <a:pt x="2568829" y="24384"/>
                  </a:lnTo>
                  <a:lnTo>
                    <a:pt x="2603754" y="28829"/>
                  </a:lnTo>
                  <a:lnTo>
                    <a:pt x="2643124" y="33528"/>
                  </a:lnTo>
                  <a:lnTo>
                    <a:pt x="2688590" y="36703"/>
                  </a:lnTo>
                  <a:lnTo>
                    <a:pt x="2739009" y="38481"/>
                  </a:lnTo>
                  <a:lnTo>
                    <a:pt x="2793111" y="39116"/>
                  </a:lnTo>
                  <a:lnTo>
                    <a:pt x="2849880" y="38862"/>
                  </a:lnTo>
                  <a:lnTo>
                    <a:pt x="2908046" y="37846"/>
                  </a:lnTo>
                  <a:lnTo>
                    <a:pt x="2966339" y="36449"/>
                  </a:lnTo>
                  <a:lnTo>
                    <a:pt x="3178175" y="29718"/>
                  </a:lnTo>
                  <a:lnTo>
                    <a:pt x="3219958" y="28956"/>
                  </a:lnTo>
                  <a:lnTo>
                    <a:pt x="3254756" y="28829"/>
                  </a:lnTo>
                  <a:lnTo>
                    <a:pt x="3255137" y="20066"/>
                  </a:lnTo>
                  <a:lnTo>
                    <a:pt x="3254502" y="15112"/>
                  </a:lnTo>
                  <a:lnTo>
                    <a:pt x="3254756" y="10794"/>
                  </a:lnTo>
                  <a:lnTo>
                    <a:pt x="3201035" y="15748"/>
                  </a:lnTo>
                  <a:lnTo>
                    <a:pt x="3146171" y="18796"/>
                  </a:lnTo>
                  <a:lnTo>
                    <a:pt x="3090545" y="20319"/>
                  </a:lnTo>
                  <a:lnTo>
                    <a:pt x="3034538" y="20319"/>
                  </a:lnTo>
                  <a:lnTo>
                    <a:pt x="2978531" y="19431"/>
                  </a:lnTo>
                  <a:lnTo>
                    <a:pt x="2922905" y="17653"/>
                  </a:lnTo>
                  <a:lnTo>
                    <a:pt x="2868168" y="15367"/>
                  </a:lnTo>
                  <a:lnTo>
                    <a:pt x="2712466" y="8000"/>
                  </a:lnTo>
                  <a:lnTo>
                    <a:pt x="2664841" y="6350"/>
                  </a:lnTo>
                  <a:lnTo>
                    <a:pt x="2620010" y="5461"/>
                  </a:lnTo>
                  <a:lnTo>
                    <a:pt x="2578354" y="5842"/>
                  </a:lnTo>
                  <a:lnTo>
                    <a:pt x="2540254" y="7493"/>
                  </a:lnTo>
                  <a:lnTo>
                    <a:pt x="2463165" y="14986"/>
                  </a:lnTo>
                  <a:lnTo>
                    <a:pt x="2414778" y="17399"/>
                  </a:lnTo>
                  <a:lnTo>
                    <a:pt x="2362200" y="18287"/>
                  </a:lnTo>
                  <a:lnTo>
                    <a:pt x="2306574" y="17906"/>
                  </a:lnTo>
                  <a:lnTo>
                    <a:pt x="2249170" y="16763"/>
                  </a:lnTo>
                  <a:lnTo>
                    <a:pt x="2076323" y="11175"/>
                  </a:lnTo>
                  <a:lnTo>
                    <a:pt x="2022475" y="9652"/>
                  </a:lnTo>
                  <a:lnTo>
                    <a:pt x="1972310" y="8890"/>
                  </a:lnTo>
                  <a:lnTo>
                    <a:pt x="1926971" y="9143"/>
                  </a:lnTo>
                  <a:lnTo>
                    <a:pt x="1887727" y="10794"/>
                  </a:lnTo>
                  <a:lnTo>
                    <a:pt x="1854580" y="12827"/>
                  </a:lnTo>
                  <a:lnTo>
                    <a:pt x="1816862" y="14859"/>
                  </a:lnTo>
                  <a:lnTo>
                    <a:pt x="1729739" y="18415"/>
                  </a:lnTo>
                  <a:lnTo>
                    <a:pt x="1681099" y="19812"/>
                  </a:lnTo>
                  <a:lnTo>
                    <a:pt x="1629790" y="20828"/>
                  </a:lnTo>
                  <a:lnTo>
                    <a:pt x="1576070" y="21590"/>
                  </a:lnTo>
                  <a:lnTo>
                    <a:pt x="1520571" y="21843"/>
                  </a:lnTo>
                  <a:lnTo>
                    <a:pt x="1463548" y="21717"/>
                  </a:lnTo>
                  <a:lnTo>
                    <a:pt x="1405509" y="20828"/>
                  </a:lnTo>
                  <a:lnTo>
                    <a:pt x="1346835" y="19431"/>
                  </a:lnTo>
                  <a:lnTo>
                    <a:pt x="1288034" y="17272"/>
                  </a:lnTo>
                  <a:lnTo>
                    <a:pt x="1229486" y="14478"/>
                  </a:lnTo>
                  <a:lnTo>
                    <a:pt x="1104265" y="6223"/>
                  </a:lnTo>
                  <a:lnTo>
                    <a:pt x="1046607" y="2921"/>
                  </a:lnTo>
                  <a:lnTo>
                    <a:pt x="996441" y="1016"/>
                  </a:lnTo>
                  <a:lnTo>
                    <a:pt x="951738" y="0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3890" y="4394453"/>
              <a:ext cx="3255010" cy="46990"/>
            </a:xfrm>
            <a:custGeom>
              <a:avLst/>
              <a:gdLst/>
              <a:ahLst/>
              <a:cxnLst/>
              <a:rect l="l" t="t" r="r" b="b"/>
              <a:pathLst>
                <a:path w="3255010" h="46989">
                  <a:moveTo>
                    <a:pt x="203" y="15748"/>
                  </a:moveTo>
                  <a:lnTo>
                    <a:pt x="59829" y="10668"/>
                  </a:lnTo>
                  <a:lnTo>
                    <a:pt x="118541" y="6731"/>
                  </a:lnTo>
                  <a:lnTo>
                    <a:pt x="176148" y="3556"/>
                  </a:lnTo>
                  <a:lnTo>
                    <a:pt x="232498" y="1524"/>
                  </a:lnTo>
                  <a:lnTo>
                    <a:pt x="287439" y="254"/>
                  </a:lnTo>
                  <a:lnTo>
                    <a:pt x="340804" y="0"/>
                  </a:lnTo>
                  <a:lnTo>
                    <a:pt x="392417" y="635"/>
                  </a:lnTo>
                  <a:lnTo>
                    <a:pt x="442112" y="2032"/>
                  </a:lnTo>
                  <a:lnTo>
                    <a:pt x="489750" y="4318"/>
                  </a:lnTo>
                  <a:lnTo>
                    <a:pt x="535152" y="7366"/>
                  </a:lnTo>
                  <a:lnTo>
                    <a:pt x="578154" y="11176"/>
                  </a:lnTo>
                  <a:lnTo>
                    <a:pt x="618591" y="15748"/>
                  </a:lnTo>
                  <a:lnTo>
                    <a:pt x="655447" y="19685"/>
                  </a:lnTo>
                  <a:lnTo>
                    <a:pt x="694054" y="22479"/>
                  </a:lnTo>
                  <a:lnTo>
                    <a:pt x="734441" y="24130"/>
                  </a:lnTo>
                  <a:lnTo>
                    <a:pt x="776859" y="24892"/>
                  </a:lnTo>
                  <a:lnTo>
                    <a:pt x="821309" y="24892"/>
                  </a:lnTo>
                  <a:lnTo>
                    <a:pt x="867918" y="24384"/>
                  </a:lnTo>
                  <a:lnTo>
                    <a:pt x="917066" y="23368"/>
                  </a:lnTo>
                  <a:lnTo>
                    <a:pt x="968629" y="22098"/>
                  </a:lnTo>
                  <a:lnTo>
                    <a:pt x="1022985" y="20574"/>
                  </a:lnTo>
                  <a:lnTo>
                    <a:pt x="1080008" y="19050"/>
                  </a:lnTo>
                  <a:lnTo>
                    <a:pt x="1140079" y="17653"/>
                  </a:lnTo>
                  <a:lnTo>
                    <a:pt x="1203198" y="16510"/>
                  </a:lnTo>
                  <a:lnTo>
                    <a:pt x="1269492" y="15748"/>
                  </a:lnTo>
                  <a:lnTo>
                    <a:pt x="1335405" y="15621"/>
                  </a:lnTo>
                  <a:lnTo>
                    <a:pt x="1397254" y="15748"/>
                  </a:lnTo>
                  <a:lnTo>
                    <a:pt x="1455673" y="16256"/>
                  </a:lnTo>
                  <a:lnTo>
                    <a:pt x="1511046" y="17018"/>
                  </a:lnTo>
                  <a:lnTo>
                    <a:pt x="1563878" y="17780"/>
                  </a:lnTo>
                  <a:lnTo>
                    <a:pt x="1614678" y="18669"/>
                  </a:lnTo>
                  <a:lnTo>
                    <a:pt x="1663953" y="19304"/>
                  </a:lnTo>
                  <a:lnTo>
                    <a:pt x="1712087" y="19812"/>
                  </a:lnTo>
                  <a:lnTo>
                    <a:pt x="1759585" y="20066"/>
                  </a:lnTo>
                  <a:lnTo>
                    <a:pt x="1806955" y="19939"/>
                  </a:lnTo>
                  <a:lnTo>
                    <a:pt x="1854708" y="19177"/>
                  </a:lnTo>
                  <a:lnTo>
                    <a:pt x="1903222" y="17907"/>
                  </a:lnTo>
                  <a:lnTo>
                    <a:pt x="1953133" y="15748"/>
                  </a:lnTo>
                  <a:lnTo>
                    <a:pt x="2004695" y="13970"/>
                  </a:lnTo>
                  <a:lnTo>
                    <a:pt x="2058162" y="13081"/>
                  </a:lnTo>
                  <a:lnTo>
                    <a:pt x="2112899" y="13081"/>
                  </a:lnTo>
                  <a:lnTo>
                    <a:pt x="2168525" y="13843"/>
                  </a:lnTo>
                  <a:lnTo>
                    <a:pt x="2224659" y="14986"/>
                  </a:lnTo>
                  <a:lnTo>
                    <a:pt x="2280666" y="16383"/>
                  </a:lnTo>
                  <a:lnTo>
                    <a:pt x="2336291" y="17780"/>
                  </a:lnTo>
                  <a:lnTo>
                    <a:pt x="2391155" y="19050"/>
                  </a:lnTo>
                  <a:lnTo>
                    <a:pt x="2444623" y="19939"/>
                  </a:lnTo>
                  <a:lnTo>
                    <a:pt x="2496312" y="20193"/>
                  </a:lnTo>
                  <a:lnTo>
                    <a:pt x="2545841" y="19812"/>
                  </a:lnTo>
                  <a:lnTo>
                    <a:pt x="2592704" y="18415"/>
                  </a:lnTo>
                  <a:lnTo>
                    <a:pt x="2636520" y="15748"/>
                  </a:lnTo>
                  <a:lnTo>
                    <a:pt x="2684526" y="12954"/>
                  </a:lnTo>
                  <a:lnTo>
                    <a:pt x="2736469" y="11303"/>
                  </a:lnTo>
                  <a:lnTo>
                    <a:pt x="2791333" y="10541"/>
                  </a:lnTo>
                  <a:lnTo>
                    <a:pt x="2848229" y="10668"/>
                  </a:lnTo>
                  <a:lnTo>
                    <a:pt x="2906141" y="11430"/>
                  </a:lnTo>
                  <a:lnTo>
                    <a:pt x="2964053" y="12446"/>
                  </a:lnTo>
                  <a:lnTo>
                    <a:pt x="3020949" y="13716"/>
                  </a:lnTo>
                  <a:lnTo>
                    <a:pt x="3075813" y="14986"/>
                  </a:lnTo>
                  <a:lnTo>
                    <a:pt x="3127629" y="16129"/>
                  </a:lnTo>
                  <a:lnTo>
                    <a:pt x="3175381" y="16637"/>
                  </a:lnTo>
                  <a:lnTo>
                    <a:pt x="3218180" y="16637"/>
                  </a:lnTo>
                  <a:lnTo>
                    <a:pt x="3254883" y="15748"/>
                  </a:lnTo>
                  <a:lnTo>
                    <a:pt x="3254121" y="24003"/>
                  </a:lnTo>
                  <a:lnTo>
                    <a:pt x="3254502" y="27940"/>
                  </a:lnTo>
                  <a:lnTo>
                    <a:pt x="3254883" y="34163"/>
                  </a:lnTo>
                  <a:lnTo>
                    <a:pt x="3215767" y="34925"/>
                  </a:lnTo>
                  <a:lnTo>
                    <a:pt x="3170555" y="35179"/>
                  </a:lnTo>
                  <a:lnTo>
                    <a:pt x="3120390" y="34925"/>
                  </a:lnTo>
                  <a:lnTo>
                    <a:pt x="3066034" y="34417"/>
                  </a:lnTo>
                  <a:lnTo>
                    <a:pt x="3008884" y="33655"/>
                  </a:lnTo>
                  <a:lnTo>
                    <a:pt x="2949956" y="32766"/>
                  </a:lnTo>
                  <a:lnTo>
                    <a:pt x="2890139" y="31877"/>
                  </a:lnTo>
                  <a:lnTo>
                    <a:pt x="2830576" y="31115"/>
                  </a:lnTo>
                  <a:lnTo>
                    <a:pt x="2772410" y="30480"/>
                  </a:lnTo>
                  <a:lnTo>
                    <a:pt x="2716657" y="30226"/>
                  </a:lnTo>
                  <a:lnTo>
                    <a:pt x="2664333" y="30353"/>
                  </a:lnTo>
                  <a:lnTo>
                    <a:pt x="2616581" y="30988"/>
                  </a:lnTo>
                  <a:lnTo>
                    <a:pt x="2574416" y="32258"/>
                  </a:lnTo>
                  <a:lnTo>
                    <a:pt x="2538857" y="34163"/>
                  </a:lnTo>
                  <a:lnTo>
                    <a:pt x="2505455" y="35814"/>
                  </a:lnTo>
                  <a:lnTo>
                    <a:pt x="2429383" y="35560"/>
                  </a:lnTo>
                  <a:lnTo>
                    <a:pt x="2386965" y="34163"/>
                  </a:lnTo>
                  <a:lnTo>
                    <a:pt x="2341753" y="32258"/>
                  </a:lnTo>
                  <a:lnTo>
                    <a:pt x="2293747" y="30099"/>
                  </a:lnTo>
                  <a:lnTo>
                    <a:pt x="2243074" y="27940"/>
                  </a:lnTo>
                  <a:lnTo>
                    <a:pt x="2189988" y="26035"/>
                  </a:lnTo>
                  <a:lnTo>
                    <a:pt x="2134362" y="24765"/>
                  </a:lnTo>
                  <a:lnTo>
                    <a:pt x="2076323" y="24130"/>
                  </a:lnTo>
                  <a:lnTo>
                    <a:pt x="2016125" y="24511"/>
                  </a:lnTo>
                  <a:lnTo>
                    <a:pt x="1953767" y="26162"/>
                  </a:lnTo>
                  <a:lnTo>
                    <a:pt x="1889252" y="29210"/>
                  </a:lnTo>
                  <a:lnTo>
                    <a:pt x="1822830" y="34163"/>
                  </a:lnTo>
                  <a:lnTo>
                    <a:pt x="1754886" y="39624"/>
                  </a:lnTo>
                  <a:lnTo>
                    <a:pt x="1695068" y="43307"/>
                  </a:lnTo>
                  <a:lnTo>
                    <a:pt x="1642237" y="45593"/>
                  </a:lnTo>
                  <a:lnTo>
                    <a:pt x="1594611" y="46736"/>
                  </a:lnTo>
                  <a:lnTo>
                    <a:pt x="1551051" y="46736"/>
                  </a:lnTo>
                  <a:lnTo>
                    <a:pt x="1509903" y="45847"/>
                  </a:lnTo>
                  <a:lnTo>
                    <a:pt x="1469898" y="44450"/>
                  </a:lnTo>
                  <a:lnTo>
                    <a:pt x="1429511" y="42545"/>
                  </a:lnTo>
                  <a:lnTo>
                    <a:pt x="1387348" y="40513"/>
                  </a:lnTo>
                  <a:lnTo>
                    <a:pt x="1341882" y="38354"/>
                  </a:lnTo>
                  <a:lnTo>
                    <a:pt x="1291843" y="36449"/>
                  </a:lnTo>
                  <a:lnTo>
                    <a:pt x="1235583" y="35052"/>
                  </a:lnTo>
                  <a:lnTo>
                    <a:pt x="1171829" y="34163"/>
                  </a:lnTo>
                  <a:lnTo>
                    <a:pt x="1133348" y="34036"/>
                  </a:lnTo>
                  <a:lnTo>
                    <a:pt x="1094359" y="34163"/>
                  </a:lnTo>
                  <a:lnTo>
                    <a:pt x="1054989" y="34417"/>
                  </a:lnTo>
                  <a:lnTo>
                    <a:pt x="1015110" y="34925"/>
                  </a:lnTo>
                  <a:lnTo>
                    <a:pt x="974471" y="35433"/>
                  </a:lnTo>
                  <a:lnTo>
                    <a:pt x="933069" y="36195"/>
                  </a:lnTo>
                  <a:lnTo>
                    <a:pt x="890651" y="36957"/>
                  </a:lnTo>
                  <a:lnTo>
                    <a:pt x="847344" y="37846"/>
                  </a:lnTo>
                  <a:lnTo>
                    <a:pt x="802894" y="38608"/>
                  </a:lnTo>
                  <a:lnTo>
                    <a:pt x="757173" y="39497"/>
                  </a:lnTo>
                  <a:lnTo>
                    <a:pt x="710057" y="40259"/>
                  </a:lnTo>
                  <a:lnTo>
                    <a:pt x="661543" y="41021"/>
                  </a:lnTo>
                  <a:lnTo>
                    <a:pt x="611454" y="41529"/>
                  </a:lnTo>
                  <a:lnTo>
                    <a:pt x="559688" y="42037"/>
                  </a:lnTo>
                  <a:lnTo>
                    <a:pt x="506145" y="42291"/>
                  </a:lnTo>
                  <a:lnTo>
                    <a:pt x="450697" y="42291"/>
                  </a:lnTo>
                  <a:lnTo>
                    <a:pt x="393242" y="42164"/>
                  </a:lnTo>
                  <a:lnTo>
                    <a:pt x="333667" y="41656"/>
                  </a:lnTo>
                  <a:lnTo>
                    <a:pt x="271868" y="40894"/>
                  </a:lnTo>
                  <a:lnTo>
                    <a:pt x="207733" y="39878"/>
                  </a:lnTo>
                  <a:lnTo>
                    <a:pt x="141147" y="38354"/>
                  </a:lnTo>
                  <a:lnTo>
                    <a:pt x="72008" y="36449"/>
                  </a:lnTo>
                  <a:lnTo>
                    <a:pt x="203" y="34163"/>
                  </a:lnTo>
                  <a:lnTo>
                    <a:pt x="152" y="28321"/>
                  </a:lnTo>
                  <a:lnTo>
                    <a:pt x="0" y="22352"/>
                  </a:lnTo>
                  <a:lnTo>
                    <a:pt x="203" y="15748"/>
                  </a:lnTo>
                  <a:close/>
                </a:path>
              </a:pathLst>
            </a:custGeom>
            <a:ln w="38099">
              <a:solidFill>
                <a:srgbClr val="0099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4215" y="675131"/>
            <a:ext cx="8054340" cy="509625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93590" y="315290"/>
            <a:ext cx="21291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3"/>
              </a:rPr>
              <a:t>Models</a:t>
            </a:r>
            <a:r>
              <a:rPr sz="1800" u="sng" spc="-80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3"/>
              </a:rPr>
              <a:t>-</a:t>
            </a:r>
            <a:r>
              <a:rPr sz="1800" u="sng" spc="-70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3"/>
              </a:rPr>
              <a:t>OpenAI</a:t>
            </a:r>
            <a:r>
              <a:rPr sz="1800" u="sng" spc="-65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3"/>
              </a:rPr>
              <a:t>API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50" dirty="0">
                <a:solidFill>
                  <a:srgbClr val="333333"/>
                </a:solidFill>
              </a:rPr>
              <a:t>Sora:</a:t>
            </a:r>
            <a:r>
              <a:rPr sz="3350" spc="-45" dirty="0">
                <a:solidFill>
                  <a:srgbClr val="333333"/>
                </a:solidFill>
              </a:rPr>
              <a:t> </a:t>
            </a:r>
            <a:r>
              <a:rPr sz="3350" spc="-95" dirty="0">
                <a:solidFill>
                  <a:srgbClr val="333333"/>
                </a:solidFill>
              </a:rPr>
              <a:t>Text-</a:t>
            </a:r>
            <a:r>
              <a:rPr sz="3350" spc="-30" dirty="0">
                <a:solidFill>
                  <a:srgbClr val="333333"/>
                </a:solidFill>
              </a:rPr>
              <a:t>to-</a:t>
            </a:r>
            <a:r>
              <a:rPr sz="3350" dirty="0">
                <a:solidFill>
                  <a:srgbClr val="333333"/>
                </a:solidFill>
              </a:rPr>
              <a:t>video</a:t>
            </a:r>
            <a:r>
              <a:rPr sz="3350" spc="-40" dirty="0">
                <a:solidFill>
                  <a:srgbClr val="333333"/>
                </a:solidFill>
              </a:rPr>
              <a:t> </a:t>
            </a:r>
            <a:r>
              <a:rPr sz="3350" spc="-10" dirty="0">
                <a:solidFill>
                  <a:srgbClr val="333333"/>
                </a:solidFill>
              </a:rPr>
              <a:t>model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767283" y="1109979"/>
            <a:ext cx="10429875" cy="58102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19075" indent="-20637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219075" algn="l"/>
              </a:tabLst>
            </a:pP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Sora:</a:t>
            </a:r>
            <a:r>
              <a:rPr sz="1650" b="1" spc="1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OpenAI’s</a:t>
            </a:r>
            <a:r>
              <a:rPr sz="1650" spc="1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text-to-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video</a:t>
            </a:r>
            <a:r>
              <a:rPr sz="1650" spc="1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model,</a:t>
            </a:r>
            <a:r>
              <a:rPr sz="1650" spc="1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650" spc="1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spc="1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650" spc="1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1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50" spc="1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1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1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create</a:t>
            </a:r>
            <a:r>
              <a:rPr sz="1650" spc="1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realistic</a:t>
            </a:r>
            <a:r>
              <a:rPr sz="1650" spc="1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imaginative</a:t>
            </a:r>
            <a:r>
              <a:rPr sz="1650" spc="1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scenes</a:t>
            </a:r>
            <a:r>
              <a:rPr sz="1650" spc="1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endParaRPr sz="1650">
              <a:latin typeface="Segoe UI"/>
              <a:cs typeface="Segoe UI"/>
            </a:endParaRPr>
          </a:p>
          <a:p>
            <a:pPr marL="218440">
              <a:lnSpc>
                <a:spcPct val="100000"/>
              </a:lnSpc>
              <a:spcBef>
                <a:spcPts val="204"/>
              </a:spcBef>
            </a:pP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text</a:t>
            </a:r>
            <a:r>
              <a:rPr sz="165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instructions.</a:t>
            </a:r>
            <a:r>
              <a:rPr sz="165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2"/>
              </a:rPr>
              <a:t>https://openai.com/sora/</a:t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0" y="1863851"/>
            <a:ext cx="10697845" cy="4469130"/>
            <a:chOff x="381000" y="1863851"/>
            <a:chExt cx="10697845" cy="446913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1863851"/>
              <a:ext cx="7924800" cy="39974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8571" y="3006852"/>
              <a:ext cx="5740146" cy="332613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532" y="6345935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20">
                <a:moveTo>
                  <a:pt x="0" y="0"/>
                </a:moveTo>
                <a:lnTo>
                  <a:pt x="10516997" y="7124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532" y="1013460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19">
                <a:moveTo>
                  <a:pt x="0" y="0"/>
                </a:moveTo>
                <a:lnTo>
                  <a:pt x="10516997" y="7112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333333"/>
                </a:solidFill>
              </a:rPr>
              <a:t>AI</a:t>
            </a:r>
            <a:r>
              <a:rPr sz="2150" spc="-45" dirty="0">
                <a:solidFill>
                  <a:srgbClr val="333333"/>
                </a:solidFill>
              </a:rPr>
              <a:t> </a:t>
            </a:r>
            <a:r>
              <a:rPr sz="2150" dirty="0">
                <a:solidFill>
                  <a:srgbClr val="333333"/>
                </a:solidFill>
              </a:rPr>
              <a:t>tools</a:t>
            </a:r>
            <a:r>
              <a:rPr sz="2150" spc="-30" dirty="0">
                <a:solidFill>
                  <a:srgbClr val="333333"/>
                </a:solidFill>
              </a:rPr>
              <a:t> </a:t>
            </a:r>
            <a:r>
              <a:rPr sz="2150" spc="-10" dirty="0">
                <a:solidFill>
                  <a:srgbClr val="333333"/>
                </a:solidFill>
              </a:rPr>
              <a:t>Capabilities</a:t>
            </a:r>
            <a:endParaRPr sz="2150"/>
          </a:p>
        </p:txBody>
      </p:sp>
      <p:sp>
        <p:nvSpPr>
          <p:cNvPr id="5" name="object 5"/>
          <p:cNvSpPr/>
          <p:nvPr/>
        </p:nvSpPr>
        <p:spPr>
          <a:xfrm>
            <a:off x="827532" y="6347459"/>
            <a:ext cx="520065" cy="264160"/>
          </a:xfrm>
          <a:custGeom>
            <a:avLst/>
            <a:gdLst/>
            <a:ahLst/>
            <a:cxnLst/>
            <a:rect l="l" t="t" r="r" b="b"/>
            <a:pathLst>
              <a:path w="520065" h="264159">
                <a:moveTo>
                  <a:pt x="519684" y="0"/>
                </a:moveTo>
                <a:lnTo>
                  <a:pt x="0" y="0"/>
                </a:lnTo>
                <a:lnTo>
                  <a:pt x="0" y="263651"/>
                </a:lnTo>
                <a:lnTo>
                  <a:pt x="519684" y="263651"/>
                </a:lnTo>
                <a:lnTo>
                  <a:pt x="51968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800" dirty="0">
                <a:solidFill>
                  <a:srgbClr val="000000"/>
                </a:solidFill>
              </a:rPr>
              <a:t>AI</a:t>
            </a:r>
            <a:r>
              <a:rPr sz="1800" spc="-1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tools</a:t>
            </a:r>
            <a:r>
              <a:rPr sz="1800" spc="-4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capabilities</a:t>
            </a:r>
            <a:r>
              <a:rPr sz="1800" spc="-9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and</a:t>
            </a:r>
            <a:r>
              <a:rPr sz="1800" spc="-6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use</a:t>
            </a:r>
            <a:r>
              <a:rPr sz="1800" spc="-45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cases:</a:t>
            </a:r>
            <a:endParaRPr sz="1800" dirty="0"/>
          </a:p>
          <a:p>
            <a:pPr marL="469265" indent="-4565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>
                <a:solidFill>
                  <a:srgbClr val="000000"/>
                </a:solidFill>
              </a:rPr>
              <a:t>Text</a:t>
            </a:r>
            <a:r>
              <a:rPr spc="1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generation:</a:t>
            </a:r>
            <a:r>
              <a:rPr spc="125" dirty="0">
                <a:solidFill>
                  <a:srgbClr val="000000"/>
                </a:solidFill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can</a:t>
            </a:r>
            <a:r>
              <a:rPr b="0" spc="13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generate</a:t>
            </a:r>
            <a:r>
              <a:rPr b="0" spc="12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text</a:t>
            </a:r>
            <a:r>
              <a:rPr b="0" spc="114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based</a:t>
            </a:r>
            <a:r>
              <a:rPr b="0" spc="14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on</a:t>
            </a:r>
            <a:r>
              <a:rPr b="0" spc="11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a</a:t>
            </a:r>
            <a:r>
              <a:rPr b="0" spc="13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given</a:t>
            </a:r>
            <a:r>
              <a:rPr b="0" spc="12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prompt,</a:t>
            </a:r>
            <a:r>
              <a:rPr b="0" spc="14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including</a:t>
            </a:r>
            <a:r>
              <a:rPr b="0" spc="13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full</a:t>
            </a:r>
            <a:r>
              <a:rPr b="0" spc="12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sentences,</a:t>
            </a:r>
            <a:r>
              <a:rPr b="0" spc="114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paragraphs,</a:t>
            </a:r>
            <a:r>
              <a:rPr b="0" spc="14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and</a:t>
            </a:r>
            <a:r>
              <a:rPr b="0" spc="114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spc="-20" dirty="0">
                <a:solidFill>
                  <a:srgbClr val="000000"/>
                </a:solidFill>
                <a:latin typeface="Segoe UI"/>
                <a:cs typeface="Segoe UI"/>
              </a:rPr>
              <a:t>even</a:t>
            </a:r>
          </a:p>
          <a:p>
            <a:pPr marL="469900">
              <a:lnSpc>
                <a:spcPct val="100000"/>
              </a:lnSpc>
              <a:spcBef>
                <a:spcPts val="1000"/>
              </a:spcBef>
            </a:pPr>
            <a:r>
              <a:rPr b="0" spc="-10" dirty="0">
                <a:solidFill>
                  <a:srgbClr val="000000"/>
                </a:solidFill>
                <a:latin typeface="Segoe UI"/>
                <a:cs typeface="Segoe UI"/>
              </a:rPr>
              <a:t>articles.</a:t>
            </a:r>
          </a:p>
          <a:p>
            <a:pPr marL="469265" indent="-45656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>
                <a:solidFill>
                  <a:srgbClr val="000000"/>
                </a:solidFill>
              </a:rPr>
              <a:t>Conversational</a:t>
            </a:r>
            <a:r>
              <a:rPr spc="10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AI:</a:t>
            </a:r>
            <a:r>
              <a:rPr spc="140" dirty="0">
                <a:solidFill>
                  <a:srgbClr val="000000"/>
                </a:solidFill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can</a:t>
            </a:r>
            <a:r>
              <a:rPr b="0" spc="10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be</a:t>
            </a:r>
            <a:r>
              <a:rPr b="0" spc="12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used</a:t>
            </a:r>
            <a:r>
              <a:rPr b="0" spc="13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to</a:t>
            </a:r>
            <a:r>
              <a:rPr b="0" spc="114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build</a:t>
            </a:r>
            <a:r>
              <a:rPr b="0" spc="12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chatbots</a:t>
            </a:r>
            <a:r>
              <a:rPr b="0" spc="9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and</a:t>
            </a:r>
            <a:r>
              <a:rPr b="0" spc="11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conversational</a:t>
            </a:r>
            <a:r>
              <a:rPr b="0" spc="13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interfaces,</a:t>
            </a:r>
            <a:r>
              <a:rPr b="0" spc="10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allowing</a:t>
            </a:r>
            <a:r>
              <a:rPr b="0" spc="13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it</a:t>
            </a:r>
            <a:r>
              <a:rPr b="0" spc="114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to</a:t>
            </a:r>
            <a:r>
              <a:rPr b="0" spc="12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handle</a:t>
            </a:r>
            <a:r>
              <a:rPr b="0" spc="114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Segoe UI"/>
                <a:cs typeface="Segoe UI"/>
              </a:rPr>
              <a:t>various</a:t>
            </a:r>
          </a:p>
          <a:p>
            <a:pPr marL="469900">
              <a:lnSpc>
                <a:spcPct val="100000"/>
              </a:lnSpc>
              <a:spcBef>
                <a:spcPts val="1010"/>
              </a:spcBef>
            </a:pP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types</a:t>
            </a:r>
            <a:r>
              <a:rPr b="0" spc="-4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of</a:t>
            </a:r>
            <a:r>
              <a:rPr b="0" spc="-5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user</a:t>
            </a:r>
            <a:r>
              <a:rPr b="0" spc="-3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inputs,</a:t>
            </a:r>
            <a:r>
              <a:rPr b="0" spc="-2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such</a:t>
            </a:r>
            <a:r>
              <a:rPr b="0" spc="-3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as</a:t>
            </a:r>
            <a:r>
              <a:rPr b="0" spc="-6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natural</a:t>
            </a:r>
            <a:r>
              <a:rPr b="0" spc="-4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language</a:t>
            </a:r>
            <a:r>
              <a:rPr b="0" spc="-3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questions</a:t>
            </a:r>
            <a:r>
              <a:rPr b="0" spc="-6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and</a:t>
            </a:r>
            <a:r>
              <a:rPr b="0" spc="-5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Segoe UI"/>
                <a:cs typeface="Segoe UI"/>
              </a:rPr>
              <a:t>commands.</a:t>
            </a:r>
          </a:p>
          <a:p>
            <a:pPr marL="469265" indent="-45656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469265" algn="l"/>
              </a:tabLst>
            </a:pPr>
            <a:r>
              <a:rPr spc="-10" dirty="0">
                <a:solidFill>
                  <a:srgbClr val="000000"/>
                </a:solidFill>
              </a:rPr>
              <a:t>Sentiment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Analysis: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can</a:t>
            </a:r>
            <a:r>
              <a:rPr b="0" spc="-5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determine</a:t>
            </a:r>
            <a:r>
              <a:rPr b="0" spc="-5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the</a:t>
            </a:r>
            <a:r>
              <a:rPr b="0" spc="-7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sentiment</a:t>
            </a:r>
            <a:r>
              <a:rPr b="0" spc="-6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of</a:t>
            </a:r>
            <a:r>
              <a:rPr b="0" spc="-5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a</a:t>
            </a:r>
            <a:r>
              <a:rPr b="0" spc="-6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given</a:t>
            </a:r>
            <a:r>
              <a:rPr b="0" spc="-6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text,</a:t>
            </a:r>
            <a:r>
              <a:rPr b="0" spc="-5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whether</a:t>
            </a:r>
            <a:r>
              <a:rPr b="0" spc="-2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it</a:t>
            </a:r>
            <a:r>
              <a:rPr b="0" spc="-6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is</a:t>
            </a:r>
            <a:r>
              <a:rPr b="0" spc="-5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positive,</a:t>
            </a:r>
            <a:r>
              <a:rPr b="0" spc="-3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negative,</a:t>
            </a:r>
            <a:r>
              <a:rPr b="0" spc="-7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or</a:t>
            </a:r>
            <a:r>
              <a:rPr b="0" spc="-4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Segoe UI"/>
                <a:cs typeface="Segoe UI"/>
              </a:rPr>
              <a:t>neutral.</a:t>
            </a:r>
          </a:p>
          <a:p>
            <a:pPr marL="469265" indent="-45656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469265" algn="l"/>
              </a:tabLst>
            </a:pPr>
            <a:r>
              <a:rPr spc="-20" dirty="0">
                <a:solidFill>
                  <a:srgbClr val="000000"/>
                </a:solidFill>
              </a:rPr>
              <a:t>Translation: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can</a:t>
            </a:r>
            <a:r>
              <a:rPr b="0" spc="-5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translate</a:t>
            </a:r>
            <a:r>
              <a:rPr b="0" spc="-5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text</a:t>
            </a:r>
            <a:r>
              <a:rPr b="0" spc="-7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from</a:t>
            </a:r>
            <a:r>
              <a:rPr b="0" spc="-3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one</a:t>
            </a:r>
            <a:r>
              <a:rPr b="0" spc="-5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language</a:t>
            </a:r>
            <a:r>
              <a:rPr b="0" spc="-7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to</a:t>
            </a:r>
            <a:r>
              <a:rPr b="0" spc="-7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spc="-20" dirty="0">
                <a:solidFill>
                  <a:srgbClr val="000000"/>
                </a:solidFill>
                <a:latin typeface="Segoe UI"/>
                <a:cs typeface="Segoe UI"/>
              </a:rPr>
              <a:t>another,</a:t>
            </a:r>
            <a:r>
              <a:rPr b="0" spc="-5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supporting</a:t>
            </a:r>
            <a:r>
              <a:rPr b="0" spc="-3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multiple</a:t>
            </a:r>
            <a:r>
              <a:rPr b="0" spc="-5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Segoe UI"/>
                <a:cs typeface="Segoe UI"/>
              </a:rPr>
              <a:t>languages.</a:t>
            </a:r>
          </a:p>
          <a:p>
            <a:pPr marL="469265" indent="-45656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>
                <a:solidFill>
                  <a:srgbClr val="000000"/>
                </a:solidFill>
              </a:rPr>
              <a:t>Question</a:t>
            </a:r>
            <a:r>
              <a:rPr spc="-1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Answering:</a:t>
            </a:r>
            <a:r>
              <a:rPr spc="-85" dirty="0">
                <a:solidFill>
                  <a:srgbClr val="000000"/>
                </a:solidFill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can</a:t>
            </a:r>
            <a:r>
              <a:rPr b="0" spc="-6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provide</a:t>
            </a:r>
            <a:r>
              <a:rPr b="0" spc="-5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answers</a:t>
            </a:r>
            <a:r>
              <a:rPr b="0" spc="-4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to</a:t>
            </a:r>
            <a:r>
              <a:rPr b="0" spc="-8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questions</a:t>
            </a:r>
            <a:r>
              <a:rPr b="0" spc="-8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asked</a:t>
            </a:r>
            <a:r>
              <a:rPr b="0" spc="-5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in</a:t>
            </a:r>
            <a:r>
              <a:rPr b="0" spc="-9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natural</a:t>
            </a:r>
            <a:r>
              <a:rPr b="0" spc="-6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Segoe UI"/>
                <a:cs typeface="Segoe UI"/>
              </a:rPr>
              <a:t>language.</a:t>
            </a:r>
          </a:p>
          <a:p>
            <a:pPr marL="469265" indent="-45656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>
                <a:solidFill>
                  <a:srgbClr val="000000"/>
                </a:solidFill>
              </a:rPr>
              <a:t>Content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creation: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can</a:t>
            </a:r>
            <a:r>
              <a:rPr b="0" spc="-8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be</a:t>
            </a:r>
            <a:r>
              <a:rPr b="0" spc="-6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used</a:t>
            </a:r>
            <a:r>
              <a:rPr b="0" spc="-7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to</a:t>
            </a:r>
            <a:r>
              <a:rPr b="0" spc="-6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generate</a:t>
            </a:r>
            <a:r>
              <a:rPr b="0" spc="-7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content,</a:t>
            </a:r>
            <a:r>
              <a:rPr b="0" spc="-7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such</a:t>
            </a:r>
            <a:r>
              <a:rPr b="0" spc="-6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as</a:t>
            </a:r>
            <a:r>
              <a:rPr b="0" spc="-8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articles,</a:t>
            </a:r>
            <a:r>
              <a:rPr b="0" spc="-4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stories,</a:t>
            </a:r>
            <a:r>
              <a:rPr b="0" spc="-4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and</a:t>
            </a:r>
            <a:r>
              <a:rPr b="0" spc="-8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Segoe UI"/>
                <a:cs typeface="Segoe UI"/>
              </a:rPr>
              <a:t>poems.</a:t>
            </a: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469265" algn="l"/>
              </a:tabLst>
            </a:pPr>
            <a:r>
              <a:rPr spc="-20" dirty="0">
                <a:solidFill>
                  <a:srgbClr val="000000"/>
                </a:solidFill>
              </a:rPr>
              <a:t>Text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Classification: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can</a:t>
            </a:r>
            <a:r>
              <a:rPr b="0" spc="-7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classify</a:t>
            </a:r>
            <a:r>
              <a:rPr b="0" spc="-2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text</a:t>
            </a:r>
            <a:r>
              <a:rPr b="0" spc="-6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into</a:t>
            </a:r>
            <a:r>
              <a:rPr b="0" spc="-6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different</a:t>
            </a:r>
            <a:r>
              <a:rPr b="0" spc="-5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categories,</a:t>
            </a:r>
            <a:r>
              <a:rPr b="0" spc="-4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such</a:t>
            </a:r>
            <a:r>
              <a:rPr b="0" spc="-5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as</a:t>
            </a:r>
            <a:r>
              <a:rPr b="0" spc="-8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topics,</a:t>
            </a:r>
            <a:r>
              <a:rPr b="0" spc="-3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genres,</a:t>
            </a:r>
            <a:r>
              <a:rPr b="0" spc="-5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and</a:t>
            </a:r>
            <a:r>
              <a:rPr b="0" spc="-7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Segoe UI"/>
                <a:cs typeface="Segoe UI"/>
              </a:rPr>
              <a:t>sentiments.</a:t>
            </a:r>
          </a:p>
          <a:p>
            <a:pPr marL="469265" indent="-456565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>
                <a:solidFill>
                  <a:srgbClr val="000000"/>
                </a:solidFill>
              </a:rPr>
              <a:t>Code</a:t>
            </a:r>
            <a:r>
              <a:rPr spc="-8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Generation: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can</a:t>
            </a:r>
            <a:r>
              <a:rPr b="0" spc="-5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generate</a:t>
            </a:r>
            <a:r>
              <a:rPr b="0" spc="-6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code</a:t>
            </a:r>
            <a:r>
              <a:rPr b="0" spc="-5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snippets</a:t>
            </a:r>
            <a:r>
              <a:rPr b="0" spc="-4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based</a:t>
            </a:r>
            <a:r>
              <a:rPr b="0" spc="-6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on</a:t>
            </a:r>
            <a:r>
              <a:rPr b="0" spc="-7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given</a:t>
            </a:r>
            <a:r>
              <a:rPr b="0" spc="-6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natural</a:t>
            </a:r>
            <a:r>
              <a:rPr b="0" spc="-6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0000"/>
                </a:solidFill>
                <a:latin typeface="Segoe UI"/>
                <a:cs typeface="Segoe UI"/>
              </a:rPr>
              <a:t>language</a:t>
            </a:r>
            <a:r>
              <a:rPr b="0" spc="-5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Segoe UI"/>
                <a:cs typeface="Segoe UI"/>
              </a:rPr>
              <a:t>descriptions.</a:t>
            </a:r>
          </a:p>
          <a:p>
            <a:pPr marL="469265" indent="-45656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>
                <a:solidFill>
                  <a:srgbClr val="000000"/>
                </a:solidFill>
              </a:rPr>
              <a:t>And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more…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5332" y="6355850"/>
            <a:ext cx="16256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28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532" y="6345935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20">
                <a:moveTo>
                  <a:pt x="0" y="0"/>
                </a:moveTo>
                <a:lnTo>
                  <a:pt x="10516997" y="7124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532" y="1013460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19">
                <a:moveTo>
                  <a:pt x="0" y="0"/>
                </a:moveTo>
                <a:lnTo>
                  <a:pt x="10516997" y="7112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333333"/>
                </a:solidFill>
              </a:rPr>
              <a:t>Exploring</a:t>
            </a:r>
            <a:r>
              <a:rPr sz="2150" spc="-45" dirty="0">
                <a:solidFill>
                  <a:srgbClr val="333333"/>
                </a:solidFill>
              </a:rPr>
              <a:t> </a:t>
            </a:r>
            <a:r>
              <a:rPr sz="2150" spc="-30" dirty="0">
                <a:solidFill>
                  <a:srgbClr val="333333"/>
                </a:solidFill>
              </a:rPr>
              <a:t>Gen-</a:t>
            </a:r>
            <a:r>
              <a:rPr sz="2150" dirty="0">
                <a:solidFill>
                  <a:srgbClr val="333333"/>
                </a:solidFill>
              </a:rPr>
              <a:t>AI</a:t>
            </a:r>
            <a:r>
              <a:rPr sz="2150" spc="-5" dirty="0">
                <a:solidFill>
                  <a:srgbClr val="333333"/>
                </a:solidFill>
              </a:rPr>
              <a:t> </a:t>
            </a:r>
            <a:r>
              <a:rPr sz="2150" dirty="0">
                <a:solidFill>
                  <a:srgbClr val="333333"/>
                </a:solidFill>
              </a:rPr>
              <a:t>tools</a:t>
            </a:r>
            <a:r>
              <a:rPr sz="2150" spc="-35" dirty="0">
                <a:solidFill>
                  <a:srgbClr val="333333"/>
                </a:solidFill>
              </a:rPr>
              <a:t> </a:t>
            </a:r>
            <a:r>
              <a:rPr sz="2150" dirty="0">
                <a:solidFill>
                  <a:srgbClr val="333333"/>
                </a:solidFill>
              </a:rPr>
              <a:t>new</a:t>
            </a:r>
            <a:r>
              <a:rPr sz="2150" spc="-55" dirty="0">
                <a:solidFill>
                  <a:srgbClr val="333333"/>
                </a:solidFill>
              </a:rPr>
              <a:t> </a:t>
            </a:r>
            <a:r>
              <a:rPr sz="2150" spc="-10" dirty="0">
                <a:solidFill>
                  <a:srgbClr val="333333"/>
                </a:solidFill>
              </a:rPr>
              <a:t>features</a:t>
            </a:r>
            <a:endParaRPr sz="2150"/>
          </a:p>
        </p:txBody>
      </p:sp>
      <p:sp>
        <p:nvSpPr>
          <p:cNvPr id="5" name="object 5"/>
          <p:cNvSpPr/>
          <p:nvPr/>
        </p:nvSpPr>
        <p:spPr>
          <a:xfrm>
            <a:off x="827532" y="6347459"/>
            <a:ext cx="520065" cy="264160"/>
          </a:xfrm>
          <a:custGeom>
            <a:avLst/>
            <a:gdLst/>
            <a:ahLst/>
            <a:cxnLst/>
            <a:rect l="l" t="t" r="r" b="b"/>
            <a:pathLst>
              <a:path w="520065" h="264159">
                <a:moveTo>
                  <a:pt x="519684" y="0"/>
                </a:moveTo>
                <a:lnTo>
                  <a:pt x="0" y="0"/>
                </a:lnTo>
                <a:lnTo>
                  <a:pt x="0" y="263651"/>
                </a:lnTo>
                <a:lnTo>
                  <a:pt x="519684" y="263651"/>
                </a:lnTo>
                <a:lnTo>
                  <a:pt x="51968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4288" y="2503932"/>
            <a:ext cx="1964436" cy="266242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04288" y="1175003"/>
            <a:ext cx="2031491" cy="11475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88179" y="2868167"/>
            <a:ext cx="2470404" cy="13944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40935" y="1168908"/>
            <a:ext cx="2464308" cy="139293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88179" y="4541520"/>
            <a:ext cx="2417064" cy="136550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1731" y="1197863"/>
            <a:ext cx="2031492" cy="114757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343" y="2449067"/>
            <a:ext cx="2081783" cy="117652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367016" y="1164336"/>
            <a:ext cx="4098035" cy="231495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50252" y="3831335"/>
            <a:ext cx="4096511" cy="231495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005332" y="6355850"/>
            <a:ext cx="16256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30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94330" y="2746324"/>
            <a:ext cx="7379334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0" dirty="0">
                <a:latin typeface="Segoe UI"/>
                <a:cs typeface="Segoe UI"/>
              </a:rPr>
              <a:t>Prompt</a:t>
            </a:r>
            <a:r>
              <a:rPr sz="6600" b="0" spc="-170" dirty="0">
                <a:latin typeface="Segoe UI"/>
                <a:cs typeface="Segoe UI"/>
              </a:rPr>
              <a:t> </a:t>
            </a:r>
            <a:r>
              <a:rPr sz="6600" b="0" spc="-10" dirty="0">
                <a:latin typeface="Segoe UI"/>
                <a:cs typeface="Segoe UI"/>
              </a:rPr>
              <a:t>Engineering</a:t>
            </a:r>
            <a:endParaRPr sz="6600">
              <a:latin typeface="Segoe UI"/>
              <a:cs typeface="Segoe U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18559" y="4507991"/>
            <a:ext cx="4754880" cy="2087245"/>
            <a:chOff x="3718559" y="4507991"/>
            <a:chExt cx="4754880" cy="2087245"/>
          </a:xfrm>
        </p:grpSpPr>
        <p:sp>
          <p:nvSpPr>
            <p:cNvPr id="4" name="object 4"/>
            <p:cNvSpPr/>
            <p:nvPr/>
          </p:nvSpPr>
          <p:spPr>
            <a:xfrm>
              <a:off x="3718559" y="5524489"/>
              <a:ext cx="4754880" cy="27305"/>
            </a:xfrm>
            <a:custGeom>
              <a:avLst/>
              <a:gdLst/>
              <a:ahLst/>
              <a:cxnLst/>
              <a:rect l="l" t="t" r="r" b="b"/>
              <a:pathLst>
                <a:path w="4754880" h="27304">
                  <a:moveTo>
                    <a:pt x="4754880" y="0"/>
                  </a:moveTo>
                  <a:lnTo>
                    <a:pt x="0" y="0"/>
                  </a:lnTo>
                  <a:lnTo>
                    <a:pt x="0" y="26934"/>
                  </a:lnTo>
                  <a:lnTo>
                    <a:pt x="4754880" y="26934"/>
                  </a:lnTo>
                  <a:lnTo>
                    <a:pt x="4754880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 descr="These 6 prompt engineering courses can help you optimize your use of  ChatGPT and other generative AI tools | Fortune Educati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0787" y="4507991"/>
              <a:ext cx="3131058" cy="208711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1501373" y="6415227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7D7D7D"/>
                </a:solidFill>
                <a:latin typeface="Calibri"/>
                <a:cs typeface="Calibri"/>
              </a:rPr>
              <a:t>32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10" dirty="0"/>
              <a:t>Introducing</a:t>
            </a:r>
            <a:r>
              <a:rPr sz="2150" spc="-75" dirty="0"/>
              <a:t> </a:t>
            </a:r>
            <a:r>
              <a:rPr sz="2150" dirty="0"/>
              <a:t>prompt</a:t>
            </a:r>
            <a:r>
              <a:rPr sz="2150" spc="-70" dirty="0"/>
              <a:t> </a:t>
            </a:r>
            <a:r>
              <a:rPr sz="2150" spc="-10" dirty="0"/>
              <a:t>engineering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283" y="1133373"/>
            <a:ext cx="10553700" cy="50234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b="1" spc="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 dirty="0">
                <a:solidFill>
                  <a:srgbClr val="333333"/>
                </a:solidFill>
                <a:latin typeface="Segoe UI"/>
                <a:cs typeface="Segoe UI"/>
              </a:rPr>
              <a:t>engineering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endParaRPr sz="1900" dirty="0">
              <a:latin typeface="Segoe UI"/>
              <a:cs typeface="Segoe UI"/>
            </a:endParaRPr>
          </a:p>
          <a:p>
            <a:pPr marL="355600" marR="5080" indent="-342900">
              <a:lnSpc>
                <a:spcPct val="101099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Engineering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900" spc="4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484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art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4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science</a:t>
            </a:r>
            <a:r>
              <a:rPr sz="1900" spc="484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484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crafting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inputs</a:t>
            </a:r>
            <a:r>
              <a:rPr sz="1900" spc="4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(</a:t>
            </a:r>
            <a:r>
              <a:rPr sz="1900" dirty="0">
                <a:solidFill>
                  <a:srgbClr val="FF0000"/>
                </a:solidFill>
                <a:latin typeface="Segoe UI"/>
                <a:cs typeface="Segoe UI"/>
              </a:rPr>
              <a:t>prompts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)</a:t>
            </a:r>
            <a:r>
              <a:rPr sz="1900" spc="4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4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guide</a:t>
            </a:r>
            <a:r>
              <a:rPr sz="1900" spc="4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900" spc="500" dirty="0">
                <a:solidFill>
                  <a:srgbClr val="333333"/>
                </a:solidFill>
                <a:latin typeface="Segoe UI"/>
                <a:cs typeface="Segoe UI"/>
              </a:rPr>
              <a:t> 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AI,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especially</a:t>
            </a:r>
            <a:r>
              <a:rPr sz="1900" spc="1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1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language</a:t>
            </a:r>
            <a:r>
              <a:rPr sz="1900" spc="1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model,</a:t>
            </a:r>
            <a:r>
              <a:rPr sz="1900" spc="1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produce</a:t>
            </a:r>
            <a:r>
              <a:rPr sz="1900" spc="1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900" spc="1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outputs</a:t>
            </a:r>
            <a:r>
              <a:rPr sz="1900" spc="1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1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responses.</a:t>
            </a:r>
            <a:endParaRPr sz="1900" dirty="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It's</a:t>
            </a:r>
            <a:r>
              <a:rPr sz="1900" spc="1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10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crucial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skill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interacting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effectively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90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9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GPT-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3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GPT-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4.</a:t>
            </a:r>
            <a:endParaRPr sz="19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450"/>
              </a:spcBef>
            </a:pP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Why</a:t>
            </a:r>
            <a:r>
              <a:rPr sz="19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b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 dirty="0">
                <a:solidFill>
                  <a:srgbClr val="333333"/>
                </a:solidFill>
                <a:latin typeface="Segoe UI"/>
                <a:cs typeface="Segoe UI"/>
              </a:rPr>
              <a:t>Matters?</a:t>
            </a:r>
            <a:endParaRPr sz="1900" dirty="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quality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directly</a:t>
            </a:r>
            <a:r>
              <a:rPr sz="19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influences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AI's</a:t>
            </a:r>
            <a:r>
              <a:rPr sz="19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endParaRPr sz="1900" dirty="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Good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prompts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lead</a:t>
            </a:r>
            <a:r>
              <a:rPr sz="19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accurate,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relevant,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useful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outputs.</a:t>
            </a:r>
            <a:endParaRPr sz="19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1900" b="1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 dirty="0">
                <a:solidFill>
                  <a:srgbClr val="333333"/>
                </a:solidFill>
                <a:latin typeface="Segoe UI"/>
                <a:cs typeface="Segoe UI"/>
              </a:rPr>
              <a:t>Elements:</a:t>
            </a:r>
            <a:endParaRPr sz="1900" dirty="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900" b="1" dirty="0">
                <a:solidFill>
                  <a:srgbClr val="FF0000"/>
                </a:solidFill>
                <a:latin typeface="Segoe UI"/>
                <a:cs typeface="Segoe UI"/>
              </a:rPr>
              <a:t>Clarity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Clear,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concise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instructions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help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understand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task.</a:t>
            </a:r>
            <a:endParaRPr sz="1900" dirty="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900" b="1" dirty="0">
                <a:solidFill>
                  <a:srgbClr val="FF0000"/>
                </a:solidFill>
                <a:latin typeface="Segoe UI"/>
                <a:cs typeface="Segoe UI"/>
              </a:rPr>
              <a:t>Context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Providing</a:t>
            </a:r>
            <a:r>
              <a:rPr sz="19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9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background</a:t>
            </a:r>
            <a:r>
              <a:rPr sz="19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enhances</a:t>
            </a:r>
            <a:r>
              <a:rPr sz="19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response</a:t>
            </a:r>
            <a:r>
              <a:rPr sz="1900" spc="-10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accuracy.</a:t>
            </a:r>
            <a:endParaRPr sz="1900" dirty="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900" b="1" dirty="0">
                <a:solidFill>
                  <a:srgbClr val="FF0000"/>
                </a:solidFill>
                <a:latin typeface="Segoe UI"/>
                <a:cs typeface="Segoe UI"/>
              </a:rPr>
              <a:t>Creativity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Creative</a:t>
            </a:r>
            <a:r>
              <a:rPr sz="19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prompts</a:t>
            </a:r>
            <a:r>
              <a:rPr sz="19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9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elicit</a:t>
            </a:r>
            <a:r>
              <a:rPr sz="19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9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insightful,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engaging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responses.</a:t>
            </a:r>
            <a:endParaRPr sz="19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95"/>
              </a:spcBef>
            </a:pPr>
            <a:r>
              <a:rPr sz="1900" b="1" spc="-10" dirty="0">
                <a:solidFill>
                  <a:srgbClr val="333333"/>
                </a:solidFill>
                <a:latin typeface="Segoe UI"/>
                <a:cs typeface="Segoe UI"/>
              </a:rPr>
              <a:t>Challenges:</a:t>
            </a:r>
            <a:endParaRPr sz="1900" dirty="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Balancing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specificity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openness</a:t>
            </a:r>
            <a:r>
              <a:rPr sz="19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prompts.</a:t>
            </a:r>
            <a:endParaRPr sz="1900" dirty="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Avoiding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biases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ensuring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ethical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interactions.</a:t>
            </a:r>
            <a:endParaRPr sz="1900" dirty="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0" y="2438400"/>
            <a:ext cx="3037331" cy="173583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372600" y="2541804"/>
            <a:ext cx="3560445" cy="3615054"/>
            <a:chOff x="7359395" y="3243033"/>
            <a:chExt cx="3560445" cy="3615054"/>
          </a:xfrm>
        </p:grpSpPr>
        <p:pic>
          <p:nvPicPr>
            <p:cNvPr id="6" name="object 6" descr="If you say &quot;please&quot; and &quot;thank you&quot; to ChatGPT, you're not alone— but it  might be costing OpenAI more than you'd expect. CEO Sam Altman said that  polite users add to electricity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59395" y="3243033"/>
              <a:ext cx="3560063" cy="3614966"/>
            </a:xfrm>
            <a:prstGeom prst="rect">
              <a:avLst/>
            </a:prstGeom>
          </p:spPr>
        </p:pic>
        <p:pic>
          <p:nvPicPr>
            <p:cNvPr id="7" name="object 7" descr="If you say &quot;please&quot; and &quot;thank you&quot; to ChatGPT, you're not alone— but it  might be costing OpenAI more than you'd expect. CEO Sam Altman said that  polite users add to electricity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54467" y="3438524"/>
              <a:ext cx="2990088" cy="312479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/>
              <a:t>Elements</a:t>
            </a:r>
            <a:r>
              <a:rPr sz="2150" spc="-60" dirty="0"/>
              <a:t> </a:t>
            </a:r>
            <a:r>
              <a:rPr sz="2150" dirty="0"/>
              <a:t>of</a:t>
            </a:r>
            <a:r>
              <a:rPr sz="2150" spc="-60" dirty="0"/>
              <a:t> </a:t>
            </a:r>
            <a:r>
              <a:rPr sz="2150" dirty="0"/>
              <a:t>a</a:t>
            </a:r>
            <a:r>
              <a:rPr sz="2150" spc="-55" dirty="0"/>
              <a:t> </a:t>
            </a:r>
            <a:r>
              <a:rPr sz="2150" spc="-10" dirty="0"/>
              <a:t>Prompt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283" y="1167511"/>
            <a:ext cx="9673590" cy="2639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b="1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b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contains</a:t>
            </a:r>
            <a:r>
              <a:rPr sz="1900" b="1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any of</a:t>
            </a:r>
            <a:r>
              <a:rPr sz="1900" b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b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following</a:t>
            </a:r>
            <a:r>
              <a:rPr sz="190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 dirty="0">
                <a:solidFill>
                  <a:srgbClr val="333333"/>
                </a:solidFill>
                <a:latin typeface="Segoe UI"/>
                <a:cs typeface="Segoe UI"/>
              </a:rPr>
              <a:t>elements:</a:t>
            </a:r>
            <a:endParaRPr sz="19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buFont typeface="Arial MT"/>
              <a:buChar char="•"/>
              <a:tabLst>
                <a:tab pos="423545" algn="l"/>
              </a:tabLst>
            </a:pP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Instruction</a:t>
            </a:r>
            <a:r>
              <a:rPr sz="1900" b="1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9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instruction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want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perform</a:t>
            </a:r>
            <a:endParaRPr sz="1900">
              <a:latin typeface="Segoe UI"/>
              <a:cs typeface="Segoe UI"/>
            </a:endParaRPr>
          </a:p>
          <a:p>
            <a:pPr marL="424180" marR="5080" indent="-411480">
              <a:lnSpc>
                <a:spcPct val="100000"/>
              </a:lnSpc>
              <a:spcBef>
                <a:spcPts val="2305"/>
              </a:spcBef>
              <a:buFont typeface="Arial MT"/>
              <a:buChar char="•"/>
              <a:tabLst>
                <a:tab pos="424180" algn="l"/>
              </a:tabLst>
            </a:pP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external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additional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steer</a:t>
            </a:r>
            <a:r>
              <a:rPr sz="19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better responses</a:t>
            </a:r>
            <a:endParaRPr sz="19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2290"/>
              </a:spcBef>
              <a:buFont typeface="Arial MT"/>
              <a:buChar char="•"/>
              <a:tabLst>
                <a:tab pos="423545" algn="l"/>
              </a:tabLst>
            </a:pP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Input</a:t>
            </a:r>
            <a:r>
              <a:rPr sz="1900" b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900" b="1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input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question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we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interested</a:t>
            </a:r>
            <a:r>
              <a:rPr sz="19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find</a:t>
            </a:r>
            <a:r>
              <a:rPr sz="190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response</a:t>
            </a:r>
            <a:r>
              <a:rPr sz="19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endParaRPr sz="19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2310"/>
              </a:spcBef>
              <a:buFont typeface="Arial MT"/>
              <a:buChar char="•"/>
              <a:tabLst>
                <a:tab pos="423545" algn="l"/>
              </a:tabLst>
            </a:pP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900" b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Indicator</a:t>
            </a:r>
            <a:r>
              <a:rPr sz="1900" b="1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type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output.</a:t>
            </a:r>
            <a:endParaRPr sz="19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3962400"/>
            <a:ext cx="6333744" cy="220675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729728" y="3995966"/>
            <a:ext cx="4462780" cy="2537460"/>
            <a:chOff x="7729728" y="3995966"/>
            <a:chExt cx="4462780" cy="253746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9728" y="3995966"/>
              <a:ext cx="4462272" cy="25374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24800" y="4191000"/>
              <a:ext cx="3953255" cy="196748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/>
              <a:t>Prompt</a:t>
            </a:r>
            <a:r>
              <a:rPr sz="2150" spc="-100" dirty="0"/>
              <a:t> </a:t>
            </a:r>
            <a:r>
              <a:rPr sz="2150" dirty="0"/>
              <a:t>Engineering</a:t>
            </a:r>
            <a:r>
              <a:rPr sz="2150" spc="-100" dirty="0"/>
              <a:t> </a:t>
            </a:r>
            <a:r>
              <a:rPr sz="2150" dirty="0"/>
              <a:t>techniques</a:t>
            </a:r>
            <a:r>
              <a:rPr sz="2150" spc="-80" dirty="0"/>
              <a:t> </a:t>
            </a:r>
            <a:r>
              <a:rPr sz="2150" dirty="0"/>
              <a:t>and</a:t>
            </a:r>
            <a:r>
              <a:rPr sz="2150" spc="-95" dirty="0"/>
              <a:t> </a:t>
            </a:r>
            <a:r>
              <a:rPr sz="2150" dirty="0"/>
              <a:t>approaches</a:t>
            </a:r>
            <a:r>
              <a:rPr sz="2150" spc="-70" dirty="0"/>
              <a:t> </a:t>
            </a:r>
            <a:r>
              <a:rPr sz="2150" spc="-25" dirty="0"/>
              <a:t>[</a:t>
            </a:r>
            <a:r>
              <a:rPr sz="2150" spc="-25" dirty="0">
                <a:solidFill>
                  <a:srgbClr val="1F487C"/>
                </a:solidFill>
              </a:rPr>
              <a:t>Zero-</a:t>
            </a:r>
            <a:r>
              <a:rPr sz="2150" dirty="0">
                <a:solidFill>
                  <a:srgbClr val="1F487C"/>
                </a:solidFill>
              </a:rPr>
              <a:t>shot</a:t>
            </a:r>
            <a:r>
              <a:rPr sz="2150" spc="-70" dirty="0">
                <a:solidFill>
                  <a:srgbClr val="1F487C"/>
                </a:solidFill>
              </a:rPr>
              <a:t> </a:t>
            </a:r>
            <a:r>
              <a:rPr sz="2150" spc="-10" dirty="0">
                <a:solidFill>
                  <a:srgbClr val="1F487C"/>
                </a:solidFill>
              </a:rPr>
              <a:t>prompting</a:t>
            </a:r>
            <a:r>
              <a:rPr sz="2150" spc="-10" dirty="0"/>
              <a:t>]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283" y="1133373"/>
            <a:ext cx="10047605" cy="152527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900" b="1" spc="-10" dirty="0">
                <a:solidFill>
                  <a:srgbClr val="1F487C"/>
                </a:solidFill>
                <a:latin typeface="Segoe UI"/>
                <a:cs typeface="Segoe UI"/>
              </a:rPr>
              <a:t>Zero-</a:t>
            </a:r>
            <a:r>
              <a:rPr sz="1900" b="1" dirty="0">
                <a:solidFill>
                  <a:srgbClr val="1F487C"/>
                </a:solidFill>
                <a:latin typeface="Segoe UI"/>
                <a:cs typeface="Segoe UI"/>
              </a:rPr>
              <a:t>shot</a:t>
            </a:r>
            <a:r>
              <a:rPr sz="1900" b="1" spc="10" dirty="0">
                <a:solidFill>
                  <a:srgbClr val="1F487C"/>
                </a:solidFill>
                <a:latin typeface="Segoe UI"/>
                <a:cs typeface="Segoe UI"/>
              </a:rPr>
              <a:t> </a:t>
            </a:r>
            <a:r>
              <a:rPr sz="1900" b="1" spc="-10" dirty="0">
                <a:solidFill>
                  <a:srgbClr val="1F487C"/>
                </a:solidFill>
                <a:latin typeface="Segoe UI"/>
                <a:cs typeface="Segoe UI"/>
              </a:rPr>
              <a:t>prompting:</a:t>
            </a:r>
            <a:endParaRPr sz="1900">
              <a:latin typeface="Segoe UI"/>
              <a:cs typeface="Segoe UI"/>
            </a:endParaRPr>
          </a:p>
          <a:p>
            <a:pPr marL="355600" marR="5080" indent="-342900">
              <a:lnSpc>
                <a:spcPct val="101099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involves</a:t>
            </a:r>
            <a:r>
              <a:rPr sz="19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presenting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without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any</a:t>
            </a:r>
            <a:r>
              <a:rPr sz="190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prior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training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90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task.</a:t>
            </a:r>
            <a:endParaRPr sz="1900">
              <a:latin typeface="Segoe UI"/>
              <a:cs typeface="Segoe UI"/>
            </a:endParaRPr>
          </a:p>
          <a:p>
            <a:pPr marL="355600" marR="341630" indent="-342900">
              <a:lnSpc>
                <a:spcPct val="101099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relies</a:t>
            </a:r>
            <a:r>
              <a:rPr sz="19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general</a:t>
            </a:r>
            <a:r>
              <a:rPr sz="19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understanding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pre-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trained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knowledge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generate</a:t>
            </a:r>
            <a:r>
              <a:rPr sz="19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50" dirty="0">
                <a:solidFill>
                  <a:srgbClr val="333333"/>
                </a:solidFill>
                <a:latin typeface="Segoe UI"/>
                <a:cs typeface="Segoe UI"/>
              </a:rPr>
              <a:t>a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endParaRPr sz="19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7283" y="4690109"/>
            <a:ext cx="5785485" cy="1499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i="1" spc="-10" dirty="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"Assess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impact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of social media on</a:t>
            </a:r>
            <a:r>
              <a:rPr sz="16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teenage</a:t>
            </a:r>
            <a:r>
              <a:rPr sz="1650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mental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health.“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"Translate</a:t>
            </a:r>
            <a:r>
              <a:rPr sz="165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'Hello, how</a:t>
            </a:r>
            <a:r>
              <a:rPr sz="16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you?'</a:t>
            </a:r>
            <a:r>
              <a:rPr sz="16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French."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sz="1600" dirty="0">
                <a:latin typeface="Arial MT"/>
                <a:cs typeface="Arial MT"/>
              </a:rPr>
              <a:t>"Summarize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article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3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bullet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points."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66259" y="2165604"/>
            <a:ext cx="7292340" cy="4604385"/>
            <a:chOff x="4366259" y="2165604"/>
            <a:chExt cx="7292340" cy="4604385"/>
          </a:xfrm>
        </p:grpSpPr>
        <p:pic>
          <p:nvPicPr>
            <p:cNvPr id="6" name="object 6" descr="What is Zero-Shot Prompting? Examples &amp; Applications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3400" y="3869436"/>
              <a:ext cx="3505200" cy="21549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9803" y="4282445"/>
              <a:ext cx="2854579" cy="248729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4621" y="4477435"/>
              <a:ext cx="2285745" cy="191705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66259" y="2165604"/>
              <a:ext cx="4703064" cy="32490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61331" y="2360676"/>
              <a:ext cx="4133088" cy="2679192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20400" y="0"/>
            <a:ext cx="1371600" cy="137160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/>
              <a:t>Prompt</a:t>
            </a:r>
            <a:r>
              <a:rPr sz="2150" spc="-85" dirty="0"/>
              <a:t> </a:t>
            </a:r>
            <a:r>
              <a:rPr sz="2150" dirty="0"/>
              <a:t>Engineering</a:t>
            </a:r>
            <a:r>
              <a:rPr sz="2150" spc="-85" dirty="0"/>
              <a:t> </a:t>
            </a:r>
            <a:r>
              <a:rPr sz="2150" dirty="0"/>
              <a:t>techniques</a:t>
            </a:r>
            <a:r>
              <a:rPr sz="2150" spc="-65" dirty="0"/>
              <a:t> </a:t>
            </a:r>
            <a:r>
              <a:rPr sz="2150" dirty="0"/>
              <a:t>and</a:t>
            </a:r>
            <a:r>
              <a:rPr sz="2150" spc="-80" dirty="0"/>
              <a:t> </a:t>
            </a:r>
            <a:r>
              <a:rPr sz="2150" spc="-10" dirty="0"/>
              <a:t>approaches</a:t>
            </a:r>
            <a:r>
              <a:rPr sz="2150" spc="-65" dirty="0"/>
              <a:t> </a:t>
            </a:r>
            <a:r>
              <a:rPr sz="2150" spc="-25" dirty="0"/>
              <a:t>[</a:t>
            </a:r>
            <a:r>
              <a:rPr sz="2150" spc="-25" dirty="0">
                <a:solidFill>
                  <a:srgbClr val="006FC0"/>
                </a:solidFill>
              </a:rPr>
              <a:t>Few-</a:t>
            </a:r>
            <a:r>
              <a:rPr sz="2150" dirty="0">
                <a:solidFill>
                  <a:srgbClr val="006FC0"/>
                </a:solidFill>
              </a:rPr>
              <a:t>shot</a:t>
            </a:r>
            <a:r>
              <a:rPr sz="2150" spc="-55" dirty="0">
                <a:solidFill>
                  <a:srgbClr val="006FC0"/>
                </a:solidFill>
              </a:rPr>
              <a:t> </a:t>
            </a:r>
            <a:r>
              <a:rPr sz="2150" spc="-10" dirty="0">
                <a:solidFill>
                  <a:srgbClr val="006FC0"/>
                </a:solidFill>
              </a:rPr>
              <a:t>prompting</a:t>
            </a:r>
            <a:r>
              <a:rPr sz="2150" spc="-10" dirty="0"/>
              <a:t>]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283" y="1133373"/>
            <a:ext cx="10378440" cy="298577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900" b="1" spc="-20" dirty="0">
                <a:solidFill>
                  <a:srgbClr val="006FC0"/>
                </a:solidFill>
                <a:latin typeface="Segoe UI"/>
                <a:cs typeface="Segoe UI"/>
              </a:rPr>
              <a:t>Few-</a:t>
            </a:r>
            <a:r>
              <a:rPr sz="1900" b="1" dirty="0">
                <a:solidFill>
                  <a:srgbClr val="006FC0"/>
                </a:solidFill>
                <a:latin typeface="Segoe UI"/>
                <a:cs typeface="Segoe UI"/>
              </a:rPr>
              <a:t>shot </a:t>
            </a:r>
            <a:r>
              <a:rPr sz="1900" b="1" spc="-10" dirty="0">
                <a:solidFill>
                  <a:srgbClr val="006FC0"/>
                </a:solidFill>
                <a:latin typeface="Segoe UI"/>
                <a:cs typeface="Segoe UI"/>
              </a:rPr>
              <a:t>prompting:</a:t>
            </a:r>
            <a:endParaRPr sz="1900">
              <a:latin typeface="Segoe UI"/>
              <a:cs typeface="Segoe UI"/>
            </a:endParaRPr>
          </a:p>
          <a:p>
            <a:pPr marL="355600" marR="91440" indent="-342900">
              <a:lnSpc>
                <a:spcPct val="101099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provides</a:t>
            </a:r>
            <a:r>
              <a:rPr sz="19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limited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number</a:t>
            </a:r>
            <a:r>
              <a:rPr sz="19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'learn'</a:t>
            </a:r>
            <a:r>
              <a:rPr sz="19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9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before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responding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new 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task.</a:t>
            </a:r>
            <a:endParaRPr sz="1900">
              <a:latin typeface="Segoe UI"/>
              <a:cs typeface="Segoe UI"/>
            </a:endParaRPr>
          </a:p>
          <a:p>
            <a:pPr marL="355600" marR="496570" indent="-342900">
              <a:lnSpc>
                <a:spcPct val="101099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approach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helps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understand the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9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output better.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ts val="2220"/>
              </a:lnSpc>
              <a:spcBef>
                <a:spcPts val="2445"/>
              </a:spcBef>
            </a:pP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Use </a:t>
            </a:r>
            <a:r>
              <a:rPr sz="1900" b="1" spc="-10" dirty="0">
                <a:solidFill>
                  <a:srgbClr val="333333"/>
                </a:solidFill>
                <a:latin typeface="Segoe UI"/>
                <a:cs typeface="Segoe UI"/>
              </a:rPr>
              <a:t>cases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ts val="2220"/>
              </a:lnSpc>
              <a:buFont typeface="Arial MT"/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Useful</a:t>
            </a:r>
            <a:r>
              <a:rPr sz="19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bit of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greatly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aids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model's</a:t>
            </a:r>
            <a:r>
              <a:rPr sz="19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performance.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It's</a:t>
            </a:r>
            <a:r>
              <a:rPr sz="19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commonly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used</a:t>
            </a:r>
            <a:r>
              <a:rPr sz="19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9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specialized</a:t>
            </a:r>
            <a:r>
              <a:rPr sz="19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9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sentiment</a:t>
            </a:r>
            <a:r>
              <a:rPr sz="19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analysis,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categorization,</a:t>
            </a:r>
            <a:r>
              <a:rPr sz="19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5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endParaRPr sz="1900">
              <a:latin typeface="Segoe UI"/>
              <a:cs typeface="Segoe UI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9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9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desired.</a:t>
            </a:r>
            <a:endParaRPr sz="1900">
              <a:latin typeface="Segoe UI"/>
              <a:cs typeface="Segoe UI"/>
            </a:endParaRPr>
          </a:p>
        </p:txBody>
      </p:sp>
      <p:pic>
        <p:nvPicPr>
          <p:cNvPr id="4" name="object 4" descr="‫ضبط 475 طلقة نارية داخل أتوبيس بالمنيا قبل وصولها إلى &quot;الواحات&quot; | مصراوى‬‎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3595" y="77723"/>
            <a:ext cx="1615440" cy="12085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95120" y="4235091"/>
            <a:ext cx="5462772" cy="14487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/>
              <a:t>Prompt</a:t>
            </a:r>
            <a:r>
              <a:rPr sz="2150" spc="-85" dirty="0"/>
              <a:t> </a:t>
            </a:r>
            <a:r>
              <a:rPr sz="2150" dirty="0"/>
              <a:t>Engineering</a:t>
            </a:r>
            <a:r>
              <a:rPr sz="2150" spc="-85" dirty="0"/>
              <a:t> </a:t>
            </a:r>
            <a:r>
              <a:rPr sz="2150" dirty="0"/>
              <a:t>techniques</a:t>
            </a:r>
            <a:r>
              <a:rPr sz="2150" spc="-65" dirty="0"/>
              <a:t> </a:t>
            </a:r>
            <a:r>
              <a:rPr sz="2150" dirty="0"/>
              <a:t>and</a:t>
            </a:r>
            <a:r>
              <a:rPr sz="2150" spc="-80" dirty="0"/>
              <a:t> </a:t>
            </a:r>
            <a:r>
              <a:rPr sz="2150" spc="-10" dirty="0"/>
              <a:t>approaches</a:t>
            </a:r>
            <a:r>
              <a:rPr sz="2150" spc="-65" dirty="0"/>
              <a:t> </a:t>
            </a:r>
            <a:r>
              <a:rPr sz="2150" spc="-25" dirty="0"/>
              <a:t>[</a:t>
            </a:r>
            <a:r>
              <a:rPr sz="2150" spc="-25" dirty="0">
                <a:solidFill>
                  <a:srgbClr val="006FC0"/>
                </a:solidFill>
              </a:rPr>
              <a:t>Few-</a:t>
            </a:r>
            <a:r>
              <a:rPr sz="2150" dirty="0">
                <a:solidFill>
                  <a:srgbClr val="006FC0"/>
                </a:solidFill>
              </a:rPr>
              <a:t>shot</a:t>
            </a:r>
            <a:r>
              <a:rPr sz="2150" spc="-55" dirty="0">
                <a:solidFill>
                  <a:srgbClr val="006FC0"/>
                </a:solidFill>
              </a:rPr>
              <a:t> </a:t>
            </a:r>
            <a:r>
              <a:rPr sz="2150" spc="-10" dirty="0">
                <a:solidFill>
                  <a:srgbClr val="006FC0"/>
                </a:solidFill>
              </a:rPr>
              <a:t>prompting</a:t>
            </a:r>
            <a:r>
              <a:rPr sz="2150" spc="-10" dirty="0"/>
              <a:t>]</a:t>
            </a:r>
            <a:endParaRPr sz="2150"/>
          </a:p>
        </p:txBody>
      </p:sp>
      <p:sp>
        <p:nvSpPr>
          <p:cNvPr id="4" name="object 4"/>
          <p:cNvSpPr txBox="1"/>
          <p:nvPr/>
        </p:nvSpPr>
        <p:spPr>
          <a:xfrm>
            <a:off x="767283" y="1149223"/>
            <a:ext cx="2350135" cy="915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20" dirty="0">
                <a:solidFill>
                  <a:srgbClr val="006FC0"/>
                </a:solidFill>
                <a:latin typeface="Segoe UI"/>
                <a:cs typeface="Segoe UI"/>
              </a:rPr>
              <a:t>Few-</a:t>
            </a:r>
            <a:r>
              <a:rPr sz="1900" b="1" dirty="0">
                <a:solidFill>
                  <a:srgbClr val="006FC0"/>
                </a:solidFill>
                <a:latin typeface="Segoe UI"/>
                <a:cs typeface="Segoe UI"/>
              </a:rPr>
              <a:t>shot </a:t>
            </a:r>
            <a:r>
              <a:rPr sz="1900" b="1" spc="-10" dirty="0">
                <a:solidFill>
                  <a:srgbClr val="006FC0"/>
                </a:solidFill>
                <a:latin typeface="Segoe UI"/>
                <a:cs typeface="Segoe UI"/>
              </a:rPr>
              <a:t>prompting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445"/>
              </a:spcBef>
            </a:pPr>
            <a:r>
              <a:rPr sz="1900" b="1" i="1" spc="-10" dirty="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900">
              <a:latin typeface="Segoe UI"/>
              <a:cs typeface="Segoe U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64695" y="1529138"/>
            <a:ext cx="6227013" cy="4584065"/>
            <a:chOff x="54864" y="1597114"/>
            <a:chExt cx="7285990" cy="4901565"/>
          </a:xfrm>
        </p:grpSpPr>
        <p:pic>
          <p:nvPicPr>
            <p:cNvPr id="6" name="object 6" descr="Customer service and Call center cartoon art illustration | Free Vector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2571" y="1597114"/>
              <a:ext cx="2597772" cy="152708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64" y="2909252"/>
              <a:ext cx="7104888" cy="358914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9935" y="3104388"/>
              <a:ext cx="6534911" cy="301904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/>
              <a:t>Prompt</a:t>
            </a:r>
            <a:r>
              <a:rPr sz="2150" spc="-85" dirty="0"/>
              <a:t> </a:t>
            </a:r>
            <a:r>
              <a:rPr sz="2150" dirty="0"/>
              <a:t>Engineering</a:t>
            </a:r>
            <a:r>
              <a:rPr sz="2150" spc="-85" dirty="0"/>
              <a:t> </a:t>
            </a:r>
            <a:r>
              <a:rPr sz="2150" dirty="0"/>
              <a:t>techniques</a:t>
            </a:r>
            <a:r>
              <a:rPr sz="2150" spc="-65" dirty="0"/>
              <a:t> </a:t>
            </a:r>
            <a:r>
              <a:rPr sz="2150" dirty="0"/>
              <a:t>and</a:t>
            </a:r>
            <a:r>
              <a:rPr sz="2150" spc="-80" dirty="0"/>
              <a:t> </a:t>
            </a:r>
            <a:r>
              <a:rPr sz="2150" spc="-10" dirty="0"/>
              <a:t>approaches</a:t>
            </a:r>
            <a:r>
              <a:rPr sz="2150" spc="-65" dirty="0"/>
              <a:t> </a:t>
            </a:r>
            <a:r>
              <a:rPr sz="2150" spc="-25" dirty="0"/>
              <a:t>[</a:t>
            </a:r>
            <a:r>
              <a:rPr sz="2150" spc="-25" dirty="0">
                <a:solidFill>
                  <a:srgbClr val="006FC0"/>
                </a:solidFill>
              </a:rPr>
              <a:t>Few-</a:t>
            </a:r>
            <a:r>
              <a:rPr sz="2150" dirty="0">
                <a:solidFill>
                  <a:srgbClr val="006FC0"/>
                </a:solidFill>
              </a:rPr>
              <a:t>shot</a:t>
            </a:r>
            <a:r>
              <a:rPr sz="2150" spc="-55" dirty="0">
                <a:solidFill>
                  <a:srgbClr val="006FC0"/>
                </a:solidFill>
              </a:rPr>
              <a:t> </a:t>
            </a:r>
            <a:r>
              <a:rPr sz="2150" spc="-10" dirty="0">
                <a:solidFill>
                  <a:srgbClr val="006FC0"/>
                </a:solidFill>
              </a:rPr>
              <a:t>prompting</a:t>
            </a:r>
            <a:r>
              <a:rPr sz="2150" spc="-10" dirty="0"/>
              <a:t>]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283" y="1255903"/>
            <a:ext cx="4216400" cy="4822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20" dirty="0">
                <a:solidFill>
                  <a:srgbClr val="006FC0"/>
                </a:solidFill>
                <a:latin typeface="Segoe UI"/>
                <a:cs typeface="Segoe UI"/>
              </a:rPr>
              <a:t>Few-</a:t>
            </a:r>
            <a:r>
              <a:rPr sz="1900" b="1" dirty="0">
                <a:solidFill>
                  <a:srgbClr val="006FC0"/>
                </a:solidFill>
                <a:latin typeface="Segoe UI"/>
                <a:cs typeface="Segoe UI"/>
              </a:rPr>
              <a:t>shot </a:t>
            </a:r>
            <a:r>
              <a:rPr sz="1900" b="1" spc="-10" dirty="0">
                <a:solidFill>
                  <a:srgbClr val="006FC0"/>
                </a:solidFill>
                <a:latin typeface="Segoe UI"/>
                <a:cs typeface="Segoe UI"/>
              </a:rPr>
              <a:t>prompting</a:t>
            </a:r>
            <a:endParaRPr sz="19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9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900" b="1" i="1" spc="-10" dirty="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900" dirty="0">
              <a:latin typeface="Segoe UI"/>
              <a:cs typeface="Segoe UI"/>
            </a:endParaRPr>
          </a:p>
          <a:p>
            <a:pPr marL="12700" marR="5080">
              <a:lnSpc>
                <a:spcPct val="150100"/>
              </a:lnSpc>
              <a:spcBef>
                <a:spcPts val="65"/>
              </a:spcBef>
            </a:pP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"Generate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interview</a:t>
            </a:r>
            <a:r>
              <a:rPr sz="165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questions</a:t>
            </a:r>
            <a:r>
              <a:rPr sz="1650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5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50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[Software Developer]</a:t>
            </a:r>
            <a:r>
              <a:rPr sz="1650" spc="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role</a:t>
            </a:r>
            <a:r>
              <a:rPr sz="165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650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emphasis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[backend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development].</a:t>
            </a:r>
            <a:r>
              <a:rPr sz="165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Example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1:</a:t>
            </a:r>
            <a:r>
              <a:rPr sz="16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333333"/>
                </a:solidFill>
                <a:latin typeface="Segoe UI"/>
                <a:cs typeface="Segoe UI"/>
              </a:rPr>
              <a:t>'Can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explain</a:t>
            </a:r>
            <a:r>
              <a:rPr sz="1650" spc="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difference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between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REST</a:t>
            </a:r>
            <a:r>
              <a:rPr sz="16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Segoe UI"/>
                <a:cs typeface="Segoe UI"/>
              </a:rPr>
              <a:t>and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SOAP</a:t>
            </a:r>
            <a:r>
              <a:rPr sz="16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APIs?'</a:t>
            </a:r>
            <a:r>
              <a:rPr sz="16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Technical.</a:t>
            </a:r>
            <a:r>
              <a:rPr sz="16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Example</a:t>
            </a:r>
            <a:r>
              <a:rPr sz="165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Segoe UI"/>
                <a:cs typeface="Segoe UI"/>
              </a:rPr>
              <a:t>2:</a:t>
            </a:r>
            <a:r>
              <a:rPr sz="1650" spc="50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'Describe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-114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situation</a:t>
            </a:r>
            <a:r>
              <a:rPr sz="1650" spc="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had</a:t>
            </a:r>
            <a:r>
              <a:rPr sz="165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Segoe UI"/>
                <a:cs typeface="Segoe UI"/>
              </a:rPr>
              <a:t>to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optimize</a:t>
            </a:r>
            <a:r>
              <a:rPr sz="1650" spc="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performance</a:t>
            </a:r>
            <a:r>
              <a:rPr sz="16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database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query.'</a:t>
            </a:r>
            <a:r>
              <a:rPr sz="1650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65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Behavioral.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Now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create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interview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questions related to</a:t>
            </a:r>
            <a:r>
              <a:rPr sz="1650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[design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patterns]</a:t>
            </a:r>
            <a:r>
              <a:rPr sz="1650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Segoe UI"/>
                <a:cs typeface="Segoe UI"/>
              </a:rPr>
              <a:t>and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[database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optimization]</a:t>
            </a:r>
            <a:r>
              <a:rPr sz="1650" spc="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role.“</a:t>
            </a:r>
            <a:endParaRPr sz="1650" dirty="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29528" y="920490"/>
            <a:ext cx="5520055" cy="5937885"/>
            <a:chOff x="6129528" y="920490"/>
            <a:chExt cx="5520055" cy="59378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9528" y="920490"/>
              <a:ext cx="5519928" cy="59375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4600" y="1115567"/>
              <a:ext cx="4949952" cy="541172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/>
              <a:t>Prompt</a:t>
            </a:r>
            <a:r>
              <a:rPr sz="2150" spc="-114" dirty="0"/>
              <a:t> </a:t>
            </a:r>
            <a:r>
              <a:rPr sz="2150" dirty="0"/>
              <a:t>Engineering</a:t>
            </a:r>
            <a:r>
              <a:rPr sz="2150" spc="-105" dirty="0"/>
              <a:t> </a:t>
            </a:r>
            <a:r>
              <a:rPr sz="2150" dirty="0"/>
              <a:t>techniques</a:t>
            </a:r>
            <a:r>
              <a:rPr sz="2150" spc="-85" dirty="0"/>
              <a:t> </a:t>
            </a:r>
            <a:r>
              <a:rPr sz="2150" dirty="0"/>
              <a:t>and</a:t>
            </a:r>
            <a:r>
              <a:rPr sz="2150" spc="-100" dirty="0"/>
              <a:t> </a:t>
            </a:r>
            <a:r>
              <a:rPr sz="2150" spc="-10" dirty="0"/>
              <a:t>approaches</a:t>
            </a:r>
            <a:r>
              <a:rPr sz="2150" spc="-75" dirty="0"/>
              <a:t> </a:t>
            </a:r>
            <a:r>
              <a:rPr sz="2150" spc="-10" dirty="0"/>
              <a:t>[</a:t>
            </a:r>
            <a:r>
              <a:rPr sz="2150" spc="-10" dirty="0">
                <a:solidFill>
                  <a:srgbClr val="006FC0"/>
                </a:solidFill>
              </a:rPr>
              <a:t>CoT</a:t>
            </a:r>
            <a:r>
              <a:rPr sz="2150" spc="-10" dirty="0"/>
              <a:t>]</a:t>
            </a:r>
            <a:endParaRPr sz="21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38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900" dirty="0">
                <a:solidFill>
                  <a:srgbClr val="006FC0"/>
                </a:solidFill>
              </a:rPr>
              <a:t>CoT</a:t>
            </a:r>
            <a:r>
              <a:rPr sz="1900" spc="-40" dirty="0">
                <a:solidFill>
                  <a:srgbClr val="006FC0"/>
                </a:solidFill>
              </a:rPr>
              <a:t> </a:t>
            </a:r>
            <a:r>
              <a:rPr sz="1900" dirty="0">
                <a:solidFill>
                  <a:srgbClr val="006FC0"/>
                </a:solidFill>
              </a:rPr>
              <a:t>(Chain</a:t>
            </a:r>
            <a:r>
              <a:rPr sz="1900" spc="15" dirty="0">
                <a:solidFill>
                  <a:srgbClr val="006FC0"/>
                </a:solidFill>
              </a:rPr>
              <a:t> </a:t>
            </a:r>
            <a:r>
              <a:rPr sz="1900" dirty="0">
                <a:solidFill>
                  <a:srgbClr val="006FC0"/>
                </a:solidFill>
              </a:rPr>
              <a:t>of</a:t>
            </a:r>
            <a:r>
              <a:rPr sz="1900" spc="-40" dirty="0">
                <a:solidFill>
                  <a:srgbClr val="006FC0"/>
                </a:solidFill>
              </a:rPr>
              <a:t> </a:t>
            </a:r>
            <a:r>
              <a:rPr sz="1900" spc="-10" dirty="0">
                <a:solidFill>
                  <a:srgbClr val="006FC0"/>
                </a:solidFill>
              </a:rPr>
              <a:t>Thought):</a:t>
            </a:r>
            <a:endParaRPr sz="1900"/>
          </a:p>
          <a:p>
            <a:pPr marL="355600" marR="440055" indent="-342900">
              <a:lnSpc>
                <a:spcPct val="101099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1900" b="0" dirty="0">
                <a:latin typeface="Segoe UI"/>
                <a:cs typeface="Segoe UI"/>
              </a:rPr>
              <a:t>It</a:t>
            </a:r>
            <a:r>
              <a:rPr sz="1900" b="0" spc="2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involves</a:t>
            </a:r>
            <a:r>
              <a:rPr sz="1900" b="0" spc="2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structuring</a:t>
            </a:r>
            <a:r>
              <a:rPr sz="1900" b="0" spc="2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prompts</a:t>
            </a:r>
            <a:r>
              <a:rPr sz="1900" b="0" spc="2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in</a:t>
            </a:r>
            <a:r>
              <a:rPr sz="1900" b="0" spc="2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a</a:t>
            </a:r>
            <a:r>
              <a:rPr sz="1900" b="0" spc="1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way</a:t>
            </a:r>
            <a:r>
              <a:rPr sz="1900" b="0" spc="1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that</a:t>
            </a:r>
            <a:r>
              <a:rPr sz="1900" b="0" spc="2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leads</a:t>
            </a:r>
            <a:r>
              <a:rPr sz="1900" b="0" spc="1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the</a:t>
            </a:r>
            <a:r>
              <a:rPr sz="1900" b="0" spc="2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AI</a:t>
            </a:r>
            <a:r>
              <a:rPr sz="1900" b="0" spc="1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through</a:t>
            </a:r>
            <a:r>
              <a:rPr sz="1900" b="0" spc="2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a</a:t>
            </a:r>
            <a:r>
              <a:rPr sz="1900" b="0" spc="-30" dirty="0">
                <a:latin typeface="Segoe UI"/>
                <a:cs typeface="Segoe UI"/>
              </a:rPr>
              <a:t> </a:t>
            </a:r>
            <a:r>
              <a:rPr sz="1900" b="0" spc="-10" dirty="0">
                <a:latin typeface="Segoe UI"/>
                <a:cs typeface="Segoe UI"/>
              </a:rPr>
              <a:t>step-</a:t>
            </a:r>
            <a:r>
              <a:rPr sz="1900" b="0" spc="-30" dirty="0">
                <a:latin typeface="Segoe UI"/>
                <a:cs typeface="Segoe UI"/>
              </a:rPr>
              <a:t>by-</a:t>
            </a:r>
            <a:r>
              <a:rPr sz="1900" b="0" dirty="0">
                <a:latin typeface="Segoe UI"/>
                <a:cs typeface="Segoe UI"/>
              </a:rPr>
              <a:t>step</a:t>
            </a:r>
            <a:r>
              <a:rPr sz="1900" b="0" spc="20" dirty="0">
                <a:latin typeface="Segoe UI"/>
                <a:cs typeface="Segoe UI"/>
              </a:rPr>
              <a:t> </a:t>
            </a:r>
            <a:r>
              <a:rPr sz="1900" b="0" spc="-10" dirty="0">
                <a:latin typeface="Segoe UI"/>
                <a:cs typeface="Segoe UI"/>
              </a:rPr>
              <a:t>reasoning process.</a:t>
            </a:r>
            <a:endParaRPr sz="1900">
              <a:latin typeface="Segoe UI"/>
              <a:cs typeface="Segoe UI"/>
            </a:endParaRPr>
          </a:p>
          <a:p>
            <a:pPr marL="355600" marR="441325" indent="-342900">
              <a:lnSpc>
                <a:spcPct val="101099"/>
              </a:lnSpc>
              <a:spcBef>
                <a:spcPts val="95"/>
              </a:spcBef>
              <a:buChar char="•"/>
              <a:tabLst>
                <a:tab pos="355600" algn="l"/>
                <a:tab pos="419100" algn="l"/>
              </a:tabLst>
            </a:pPr>
            <a:r>
              <a:rPr sz="1900" b="0" dirty="0">
                <a:latin typeface="Arial MT"/>
                <a:cs typeface="Arial MT"/>
              </a:rPr>
              <a:t>	</a:t>
            </a:r>
            <a:r>
              <a:rPr sz="1900" b="0" dirty="0">
                <a:latin typeface="Segoe UI"/>
                <a:cs typeface="Segoe UI"/>
              </a:rPr>
              <a:t>The</a:t>
            </a:r>
            <a:r>
              <a:rPr sz="1900" b="0" spc="1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idea</a:t>
            </a:r>
            <a:r>
              <a:rPr sz="1900" b="0" spc="1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is</a:t>
            </a:r>
            <a:r>
              <a:rPr sz="1900" b="0" spc="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to</a:t>
            </a:r>
            <a:r>
              <a:rPr sz="1900" b="0" spc="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make the</a:t>
            </a:r>
            <a:r>
              <a:rPr sz="1900" b="0" spc="1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AI "think</a:t>
            </a:r>
            <a:r>
              <a:rPr sz="1900" b="0" spc="1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aloud,"</a:t>
            </a:r>
            <a:r>
              <a:rPr sz="1900" b="0" spc="2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outlining</a:t>
            </a:r>
            <a:r>
              <a:rPr sz="1900" b="0" spc="2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its</a:t>
            </a:r>
            <a:r>
              <a:rPr sz="1900" b="0" spc="1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thought process</a:t>
            </a:r>
            <a:r>
              <a:rPr sz="1900" b="0" spc="-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as</a:t>
            </a:r>
            <a:r>
              <a:rPr sz="1900" b="0" spc="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it</a:t>
            </a:r>
            <a:r>
              <a:rPr sz="1900" b="0" spc="1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moves</a:t>
            </a:r>
            <a:r>
              <a:rPr sz="1900" b="0" spc="5" dirty="0">
                <a:latin typeface="Segoe UI"/>
                <a:cs typeface="Segoe UI"/>
              </a:rPr>
              <a:t> </a:t>
            </a:r>
            <a:r>
              <a:rPr sz="1900" b="0" spc="-10" dirty="0">
                <a:latin typeface="Segoe UI"/>
                <a:cs typeface="Segoe UI"/>
              </a:rPr>
              <a:t>towards </a:t>
            </a:r>
            <a:r>
              <a:rPr sz="1900" b="0" dirty="0">
                <a:latin typeface="Segoe UI"/>
                <a:cs typeface="Segoe UI"/>
              </a:rPr>
              <a:t>an</a:t>
            </a:r>
            <a:r>
              <a:rPr sz="1900" b="0" spc="30" dirty="0">
                <a:latin typeface="Segoe UI"/>
                <a:cs typeface="Segoe UI"/>
              </a:rPr>
              <a:t> </a:t>
            </a:r>
            <a:r>
              <a:rPr sz="1900" b="0" spc="-10" dirty="0">
                <a:latin typeface="Segoe UI"/>
                <a:cs typeface="Segoe UI"/>
              </a:rPr>
              <a:t>answer.</a:t>
            </a:r>
            <a:endParaRPr sz="190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355600" algn="l"/>
              </a:tabLst>
            </a:pPr>
            <a:r>
              <a:rPr sz="1900" b="0" dirty="0">
                <a:latin typeface="Segoe UI"/>
                <a:cs typeface="Segoe UI"/>
              </a:rPr>
              <a:t>It’s</a:t>
            </a:r>
            <a:r>
              <a:rPr sz="1900" b="0" spc="10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useful</a:t>
            </a:r>
            <a:r>
              <a:rPr sz="1900" b="0" spc="12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for</a:t>
            </a:r>
            <a:r>
              <a:rPr sz="1900" b="0" spc="114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problems</a:t>
            </a:r>
            <a:r>
              <a:rPr sz="1900" b="0" spc="9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where</a:t>
            </a:r>
            <a:r>
              <a:rPr sz="1900" b="0" spc="11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the</a:t>
            </a:r>
            <a:r>
              <a:rPr sz="1900" b="0" spc="10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solution</a:t>
            </a:r>
            <a:r>
              <a:rPr sz="1900" b="0" spc="10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requires</a:t>
            </a:r>
            <a:r>
              <a:rPr sz="1900" b="0" spc="11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multiple</a:t>
            </a:r>
            <a:r>
              <a:rPr sz="1900" b="0" spc="11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steps</a:t>
            </a:r>
            <a:r>
              <a:rPr sz="1900" b="0" spc="10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or</a:t>
            </a:r>
            <a:r>
              <a:rPr sz="1900" b="0" spc="114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layers</a:t>
            </a:r>
            <a:r>
              <a:rPr sz="1900" b="0" spc="11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of</a:t>
            </a:r>
            <a:r>
              <a:rPr sz="1900" b="0" spc="11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reasoning</a:t>
            </a:r>
            <a:r>
              <a:rPr sz="1900" b="0" spc="120" dirty="0">
                <a:latin typeface="Segoe UI"/>
                <a:cs typeface="Segoe UI"/>
              </a:rPr>
              <a:t> </a:t>
            </a:r>
            <a:r>
              <a:rPr sz="1900" b="0" spc="-20" dirty="0">
                <a:latin typeface="Segoe UI"/>
                <a:cs typeface="Segoe UI"/>
              </a:rPr>
              <a:t>such </a:t>
            </a:r>
            <a:r>
              <a:rPr sz="1900" b="0" dirty="0">
                <a:latin typeface="Segoe UI"/>
                <a:cs typeface="Segoe UI"/>
              </a:rPr>
              <a:t>as</a:t>
            </a:r>
            <a:r>
              <a:rPr sz="1900" b="0" spc="-11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mathematical</a:t>
            </a:r>
            <a:r>
              <a:rPr sz="1900" b="0" spc="-1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problems,</a:t>
            </a:r>
            <a:r>
              <a:rPr sz="1900" b="0" spc="-7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logical</a:t>
            </a:r>
            <a:r>
              <a:rPr sz="1900" b="0" spc="-30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puzzles,</a:t>
            </a:r>
            <a:r>
              <a:rPr sz="1900" b="0" spc="-2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or</a:t>
            </a:r>
            <a:r>
              <a:rPr sz="1900" b="0" spc="-2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detailed</a:t>
            </a:r>
            <a:r>
              <a:rPr sz="1900" b="0" spc="-45" dirty="0">
                <a:latin typeface="Segoe UI"/>
                <a:cs typeface="Segoe UI"/>
              </a:rPr>
              <a:t> </a:t>
            </a:r>
            <a:r>
              <a:rPr sz="1900" b="0" dirty="0">
                <a:latin typeface="Segoe UI"/>
                <a:cs typeface="Segoe UI"/>
              </a:rPr>
              <a:t>planning </a:t>
            </a:r>
            <a:r>
              <a:rPr sz="1900" b="0" spc="-10" dirty="0">
                <a:latin typeface="Segoe UI"/>
                <a:cs typeface="Segoe UI"/>
              </a:rPr>
              <a:t>tasks.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ts val="2270"/>
              </a:lnSpc>
              <a:spcBef>
                <a:spcPts val="2300"/>
              </a:spcBef>
            </a:pPr>
            <a:r>
              <a:rPr sz="1900" dirty="0"/>
              <a:t>Prompt</a:t>
            </a:r>
            <a:r>
              <a:rPr sz="1900" spc="25" dirty="0"/>
              <a:t> </a:t>
            </a:r>
            <a:r>
              <a:rPr sz="1900" spc="-10" dirty="0"/>
              <a:t>template:</a:t>
            </a:r>
            <a:endParaRPr sz="1900"/>
          </a:p>
          <a:p>
            <a:pPr marL="12700">
              <a:lnSpc>
                <a:spcPts val="2270"/>
              </a:lnSpc>
            </a:pPr>
            <a:r>
              <a:rPr sz="1900" b="0" i="1" dirty="0">
                <a:latin typeface="Segoe UI"/>
                <a:cs typeface="Segoe UI"/>
              </a:rPr>
              <a:t>"Explain</a:t>
            </a:r>
            <a:r>
              <a:rPr sz="1900" b="0" i="1" spc="-15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how</a:t>
            </a:r>
            <a:r>
              <a:rPr sz="1900" b="0" i="1" spc="35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you</a:t>
            </a:r>
            <a:r>
              <a:rPr sz="1900" b="0" i="1" spc="25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would</a:t>
            </a:r>
            <a:r>
              <a:rPr sz="1900" b="0" i="1" spc="10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solve</a:t>
            </a:r>
            <a:r>
              <a:rPr sz="1900" b="0" i="1" spc="30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[describe</a:t>
            </a:r>
            <a:r>
              <a:rPr sz="1900" b="0" i="1" spc="15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the</a:t>
            </a:r>
            <a:r>
              <a:rPr sz="1900" b="0" i="1" spc="25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problem</a:t>
            </a:r>
            <a:r>
              <a:rPr sz="1900" b="0" i="1" spc="-10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or</a:t>
            </a:r>
            <a:r>
              <a:rPr sz="1900" b="0" i="1" spc="15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question].</a:t>
            </a:r>
            <a:r>
              <a:rPr sz="1900" b="0" i="1" spc="10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Start</a:t>
            </a:r>
            <a:r>
              <a:rPr sz="1900" b="0" i="1" spc="15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by</a:t>
            </a:r>
            <a:r>
              <a:rPr sz="1900" b="0" i="1" spc="15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considering</a:t>
            </a:r>
            <a:r>
              <a:rPr sz="1900" b="0" i="1" spc="-10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[initial</a:t>
            </a:r>
            <a:r>
              <a:rPr sz="1900" b="0" i="1" spc="5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step</a:t>
            </a:r>
            <a:r>
              <a:rPr sz="1900" b="0" i="1" spc="35" dirty="0">
                <a:latin typeface="Segoe UI"/>
                <a:cs typeface="Segoe UI"/>
              </a:rPr>
              <a:t> </a:t>
            </a:r>
            <a:r>
              <a:rPr sz="1900" b="0" i="1" spc="-25" dirty="0">
                <a:latin typeface="Segoe UI"/>
                <a:cs typeface="Segoe UI"/>
              </a:rPr>
              <a:t>or</a:t>
            </a:r>
            <a:endParaRPr sz="1900">
              <a:latin typeface="Segoe UI"/>
              <a:cs typeface="Segoe UI"/>
            </a:endParaRPr>
          </a:p>
          <a:p>
            <a:pPr marL="12700" marR="583565">
              <a:lnSpc>
                <a:spcPct val="100499"/>
              </a:lnSpc>
              <a:spcBef>
                <a:spcPts val="20"/>
              </a:spcBef>
            </a:pPr>
            <a:r>
              <a:rPr sz="1900" b="0" i="1" dirty="0">
                <a:latin typeface="Segoe UI"/>
                <a:cs typeface="Segoe UI"/>
              </a:rPr>
              <a:t>factor],</a:t>
            </a:r>
            <a:r>
              <a:rPr sz="1900" b="0" i="1" spc="-25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then</a:t>
            </a:r>
            <a:r>
              <a:rPr sz="1900" b="0" i="1" spc="15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think</a:t>
            </a:r>
            <a:r>
              <a:rPr sz="1900" b="0" i="1" spc="40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about [next</a:t>
            </a:r>
            <a:r>
              <a:rPr sz="1900" b="0" i="1" spc="-5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step</a:t>
            </a:r>
            <a:r>
              <a:rPr sz="1900" b="0" i="1" spc="30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or factor],</a:t>
            </a:r>
            <a:r>
              <a:rPr sz="1900" b="0" i="1" spc="-20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and</a:t>
            </a:r>
            <a:r>
              <a:rPr sz="1900" b="0" i="1" spc="-15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continue</a:t>
            </a:r>
            <a:r>
              <a:rPr sz="1900" b="0" i="1" spc="-15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through</a:t>
            </a:r>
            <a:r>
              <a:rPr sz="1900" b="0" i="1" spc="30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each</a:t>
            </a:r>
            <a:r>
              <a:rPr sz="1900" b="0" i="1" spc="15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step</a:t>
            </a:r>
            <a:r>
              <a:rPr sz="1900" b="0" i="1" spc="15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until</a:t>
            </a:r>
            <a:r>
              <a:rPr sz="1900" b="0" i="1" spc="20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you</a:t>
            </a:r>
            <a:r>
              <a:rPr sz="1900" b="0" i="1" spc="25" dirty="0">
                <a:latin typeface="Segoe UI"/>
                <a:cs typeface="Segoe UI"/>
              </a:rPr>
              <a:t> </a:t>
            </a:r>
            <a:r>
              <a:rPr sz="1900" b="0" i="1" dirty="0">
                <a:latin typeface="Segoe UI"/>
                <a:cs typeface="Segoe UI"/>
              </a:rPr>
              <a:t>reach</a:t>
            </a:r>
            <a:r>
              <a:rPr sz="1900" b="0" i="1" spc="20" dirty="0">
                <a:latin typeface="Segoe UI"/>
                <a:cs typeface="Segoe UI"/>
              </a:rPr>
              <a:t> </a:t>
            </a:r>
            <a:r>
              <a:rPr sz="1900" b="0" i="1" spc="-50" dirty="0">
                <a:latin typeface="Segoe UI"/>
                <a:cs typeface="Segoe UI"/>
              </a:rPr>
              <a:t>a </a:t>
            </a:r>
            <a:r>
              <a:rPr sz="1900" b="0" i="1" spc="-10" dirty="0">
                <a:latin typeface="Segoe UI"/>
                <a:cs typeface="Segoe UI"/>
              </a:rPr>
              <a:t>conclusion.“</a:t>
            </a:r>
            <a:endParaRPr sz="1900">
              <a:latin typeface="Segoe UI"/>
              <a:cs typeface="Segoe UI"/>
            </a:endParaRPr>
          </a:p>
        </p:txBody>
      </p:sp>
      <p:pic>
        <p:nvPicPr>
          <p:cNvPr id="4" name="object 4" descr="CoT: How AI Thinks Before It Act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4572000"/>
            <a:ext cx="5138928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/>
              <a:t>Prompt</a:t>
            </a:r>
            <a:r>
              <a:rPr sz="2150" spc="-114" dirty="0"/>
              <a:t> </a:t>
            </a:r>
            <a:r>
              <a:rPr sz="2150" dirty="0"/>
              <a:t>Engineering</a:t>
            </a:r>
            <a:r>
              <a:rPr sz="2150" spc="-105" dirty="0"/>
              <a:t> </a:t>
            </a:r>
            <a:r>
              <a:rPr sz="2150" dirty="0"/>
              <a:t>techniques</a:t>
            </a:r>
            <a:r>
              <a:rPr sz="2150" spc="-85" dirty="0"/>
              <a:t> </a:t>
            </a:r>
            <a:r>
              <a:rPr sz="2150" dirty="0"/>
              <a:t>and</a:t>
            </a:r>
            <a:r>
              <a:rPr sz="2150" spc="-100" dirty="0"/>
              <a:t> </a:t>
            </a:r>
            <a:r>
              <a:rPr sz="2150" spc="-10" dirty="0"/>
              <a:t>approaches</a:t>
            </a:r>
            <a:r>
              <a:rPr sz="2150" spc="-75" dirty="0"/>
              <a:t> </a:t>
            </a:r>
            <a:r>
              <a:rPr sz="2150" spc="-10" dirty="0"/>
              <a:t>[</a:t>
            </a:r>
            <a:r>
              <a:rPr sz="2150" spc="-10" dirty="0">
                <a:solidFill>
                  <a:srgbClr val="006FC0"/>
                </a:solidFill>
              </a:rPr>
              <a:t>CoT</a:t>
            </a:r>
            <a:r>
              <a:rPr sz="2150" spc="-10" dirty="0"/>
              <a:t>]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283" y="1149223"/>
            <a:ext cx="10209530" cy="2699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dirty="0">
                <a:solidFill>
                  <a:srgbClr val="006FC0"/>
                </a:solidFill>
                <a:latin typeface="Segoe UI"/>
                <a:cs typeface="Segoe UI"/>
              </a:rPr>
              <a:t>CoT</a:t>
            </a:r>
            <a:r>
              <a:rPr sz="1900" b="1" spc="-4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900" b="1" dirty="0">
                <a:solidFill>
                  <a:srgbClr val="006FC0"/>
                </a:solidFill>
                <a:latin typeface="Segoe UI"/>
                <a:cs typeface="Segoe UI"/>
              </a:rPr>
              <a:t>(Chain</a:t>
            </a:r>
            <a:r>
              <a:rPr sz="1900" b="1" spc="1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900" b="1" dirty="0">
                <a:solidFill>
                  <a:srgbClr val="006FC0"/>
                </a:solidFill>
                <a:latin typeface="Segoe UI"/>
                <a:cs typeface="Segoe UI"/>
              </a:rPr>
              <a:t>of</a:t>
            </a:r>
            <a:r>
              <a:rPr sz="1900" b="1" spc="-4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900" b="1" spc="-10" dirty="0">
                <a:solidFill>
                  <a:srgbClr val="006FC0"/>
                </a:solidFill>
                <a:latin typeface="Segoe UI"/>
                <a:cs typeface="Segoe UI"/>
              </a:rPr>
              <a:t>Thought):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445"/>
              </a:spcBef>
            </a:pPr>
            <a:r>
              <a:rPr sz="1900" b="1" i="1" spc="-10" dirty="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"Outline</a:t>
            </a:r>
            <a:r>
              <a:rPr sz="2000" i="1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2000" i="1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2000" i="1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2000" i="1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would</a:t>
            </a:r>
            <a:r>
              <a:rPr sz="2000" i="1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take</a:t>
            </a:r>
            <a:r>
              <a:rPr sz="2000" i="1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2000" i="1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increase</a:t>
            </a:r>
            <a:r>
              <a:rPr sz="2000" i="1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sales</a:t>
            </a:r>
            <a:r>
              <a:rPr sz="2000" i="1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2000" i="1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2000" i="1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2000" i="1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smartphone.</a:t>
            </a:r>
            <a:r>
              <a:rPr sz="2000" i="1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Begin</a:t>
            </a:r>
            <a:r>
              <a:rPr sz="2000" i="1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2000" i="1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spc="-10" dirty="0">
                <a:solidFill>
                  <a:srgbClr val="333333"/>
                </a:solidFill>
                <a:latin typeface="Segoe UI"/>
                <a:cs typeface="Segoe UI"/>
              </a:rPr>
              <a:t>identifying</a:t>
            </a:r>
            <a:endParaRPr sz="2000">
              <a:latin typeface="Segoe UI"/>
              <a:cs typeface="Segoe UI"/>
            </a:endParaRPr>
          </a:p>
          <a:p>
            <a:pPr marL="12700" marR="5080">
              <a:lnSpc>
                <a:spcPct val="150000"/>
              </a:lnSpc>
            </a:pP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2000" i="1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target</a:t>
            </a:r>
            <a:r>
              <a:rPr sz="2000" i="1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market</a:t>
            </a:r>
            <a:r>
              <a:rPr sz="2000" i="1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2000" i="1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2000" i="1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spc="-10" dirty="0">
                <a:solidFill>
                  <a:srgbClr val="333333"/>
                </a:solidFill>
                <a:latin typeface="Segoe UI"/>
                <a:cs typeface="Segoe UI"/>
              </a:rPr>
              <a:t>smartphone.</a:t>
            </a:r>
            <a:r>
              <a:rPr sz="2000" i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Then,</a:t>
            </a:r>
            <a:r>
              <a:rPr sz="2000" i="1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think</a:t>
            </a:r>
            <a:r>
              <a:rPr sz="2000" i="1" spc="-10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about</a:t>
            </a:r>
            <a:r>
              <a:rPr sz="2000" i="1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2000" i="1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2000" i="1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features</a:t>
            </a:r>
            <a:r>
              <a:rPr sz="2000" i="1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2000" i="1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would</a:t>
            </a:r>
            <a:r>
              <a:rPr sz="2000" i="1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appeal</a:t>
            </a:r>
            <a:r>
              <a:rPr sz="2000" i="1" spc="-10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spc="-25" dirty="0">
                <a:solidFill>
                  <a:srgbClr val="333333"/>
                </a:solidFill>
                <a:latin typeface="Segoe UI"/>
                <a:cs typeface="Segoe UI"/>
              </a:rPr>
              <a:t>to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2000" i="1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market.</a:t>
            </a:r>
            <a:r>
              <a:rPr sz="2000" i="1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Next,</a:t>
            </a:r>
            <a:r>
              <a:rPr sz="2000" i="1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consider</a:t>
            </a:r>
            <a:r>
              <a:rPr sz="2000" i="1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effective</a:t>
            </a:r>
            <a:r>
              <a:rPr sz="2000" i="1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spc="-20" dirty="0">
                <a:solidFill>
                  <a:srgbClr val="333333"/>
                </a:solidFill>
                <a:latin typeface="Segoe UI"/>
                <a:cs typeface="Segoe UI"/>
              </a:rPr>
              <a:t>marketing</a:t>
            </a:r>
            <a:r>
              <a:rPr sz="2000" i="1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strategies</a:t>
            </a:r>
            <a:r>
              <a:rPr sz="2000" i="1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2000" i="1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reach</a:t>
            </a:r>
            <a:r>
              <a:rPr sz="2000" i="1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these</a:t>
            </a:r>
            <a:r>
              <a:rPr sz="2000" i="1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customers.</a:t>
            </a:r>
            <a:r>
              <a:rPr sz="2000" i="1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spc="-10" dirty="0">
                <a:solidFill>
                  <a:srgbClr val="333333"/>
                </a:solidFill>
                <a:latin typeface="Segoe UI"/>
                <a:cs typeface="Segoe UI"/>
              </a:rPr>
              <a:t>Finally,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detail</a:t>
            </a:r>
            <a:r>
              <a:rPr sz="2000" i="1" spc="-10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potential</a:t>
            </a:r>
            <a:r>
              <a:rPr sz="2000" i="1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sales</a:t>
            </a:r>
            <a:r>
              <a:rPr sz="2000" i="1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channels</a:t>
            </a:r>
            <a:r>
              <a:rPr sz="2000" i="1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2000" i="1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spc="-10" dirty="0">
                <a:solidFill>
                  <a:srgbClr val="333333"/>
                </a:solidFill>
                <a:latin typeface="Segoe UI"/>
                <a:cs typeface="Segoe UI"/>
              </a:rPr>
              <a:t>promotional</a:t>
            </a:r>
            <a:r>
              <a:rPr sz="2000" i="1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offers</a:t>
            </a:r>
            <a:r>
              <a:rPr sz="2000" i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2000" i="1" spc="-10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could</a:t>
            </a:r>
            <a:r>
              <a:rPr sz="2000" i="1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boost</a:t>
            </a:r>
            <a:r>
              <a:rPr sz="2000" i="1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spc="-10" dirty="0">
                <a:solidFill>
                  <a:srgbClr val="333333"/>
                </a:solidFill>
                <a:latin typeface="Segoe UI"/>
                <a:cs typeface="Segoe UI"/>
              </a:rPr>
              <a:t>sales.“</a:t>
            </a:r>
            <a:endParaRPr sz="20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/>
              <a:t>Prompt</a:t>
            </a:r>
            <a:r>
              <a:rPr sz="2150" spc="-125" dirty="0"/>
              <a:t> </a:t>
            </a:r>
            <a:r>
              <a:rPr sz="2150" dirty="0"/>
              <a:t>Engineering</a:t>
            </a:r>
            <a:r>
              <a:rPr sz="2150" spc="-120" dirty="0"/>
              <a:t> </a:t>
            </a:r>
            <a:r>
              <a:rPr sz="2150" dirty="0"/>
              <a:t>techniques</a:t>
            </a:r>
            <a:r>
              <a:rPr sz="2150" spc="-114" dirty="0"/>
              <a:t> </a:t>
            </a:r>
            <a:r>
              <a:rPr sz="2150" dirty="0"/>
              <a:t>and</a:t>
            </a:r>
            <a:r>
              <a:rPr sz="2150" spc="-114" dirty="0"/>
              <a:t> </a:t>
            </a:r>
            <a:r>
              <a:rPr sz="2150" dirty="0"/>
              <a:t>approaches</a:t>
            </a:r>
            <a:r>
              <a:rPr sz="2150" spc="-90" dirty="0"/>
              <a:t> </a:t>
            </a:r>
            <a:r>
              <a:rPr sz="2150" spc="-10" dirty="0"/>
              <a:t>[</a:t>
            </a:r>
            <a:r>
              <a:rPr sz="2150" spc="-10" dirty="0">
                <a:solidFill>
                  <a:srgbClr val="006FC0"/>
                </a:solidFill>
              </a:rPr>
              <a:t>RTF</a:t>
            </a:r>
            <a:r>
              <a:rPr sz="2150" spc="-10" dirty="0"/>
              <a:t>]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283" y="1149223"/>
            <a:ext cx="10996295" cy="178435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0"/>
              </a:spcBef>
            </a:pPr>
            <a:r>
              <a:rPr sz="1900" b="1" dirty="0">
                <a:solidFill>
                  <a:srgbClr val="006FC0"/>
                </a:solidFill>
                <a:latin typeface="Segoe UI"/>
                <a:cs typeface="Segoe UI"/>
              </a:rPr>
              <a:t>RTF</a:t>
            </a:r>
            <a:r>
              <a:rPr sz="1900" b="1" spc="-7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900" b="1" dirty="0">
                <a:solidFill>
                  <a:srgbClr val="006FC0"/>
                </a:solidFill>
                <a:latin typeface="Segoe UI"/>
                <a:cs typeface="Segoe UI"/>
              </a:rPr>
              <a:t>(Role,</a:t>
            </a:r>
            <a:r>
              <a:rPr sz="1900" b="1" spc="-6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900" b="1" dirty="0">
                <a:solidFill>
                  <a:srgbClr val="006FC0"/>
                </a:solidFill>
                <a:latin typeface="Segoe UI"/>
                <a:cs typeface="Segoe UI"/>
              </a:rPr>
              <a:t>Task,</a:t>
            </a:r>
            <a:r>
              <a:rPr sz="1900" b="1" spc="-4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900" b="1" dirty="0">
                <a:solidFill>
                  <a:srgbClr val="006FC0"/>
                </a:solidFill>
                <a:latin typeface="Segoe UI"/>
                <a:cs typeface="Segoe UI"/>
              </a:rPr>
              <a:t>Format):</a:t>
            </a:r>
            <a:r>
              <a:rPr sz="1900" b="1" spc="75" dirty="0">
                <a:solidFill>
                  <a:srgbClr val="006FC0"/>
                </a:solidFill>
                <a:latin typeface="Segoe UI"/>
                <a:cs typeface="Segoe UI"/>
              </a:rPr>
              <a:t> 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one</a:t>
            </a:r>
            <a:r>
              <a:rPr sz="19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most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know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approaches,</a:t>
            </a:r>
            <a:r>
              <a:rPr sz="19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guides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construction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prompts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focusing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three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aspects: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354965" algn="l"/>
              </a:tabLst>
            </a:pP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Role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Defining</a:t>
            </a:r>
            <a:r>
              <a:rPr sz="190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persona</a:t>
            </a:r>
            <a:r>
              <a:rPr sz="19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capacity in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which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should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respond.</a:t>
            </a:r>
            <a:endParaRPr sz="1900">
              <a:latin typeface="Segoe UI"/>
              <a:cs typeface="Segoe UI"/>
            </a:endParaRPr>
          </a:p>
          <a:p>
            <a:pPr marL="355600" marR="243205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Specifying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particular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action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expected</a:t>
            </a:r>
            <a:r>
              <a:rPr sz="19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to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perform.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Outlining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9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structure</a:t>
            </a:r>
            <a:r>
              <a:rPr sz="19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model's</a:t>
            </a:r>
            <a:r>
              <a:rPr sz="19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endParaRPr sz="1900">
              <a:latin typeface="Segoe UI"/>
              <a:cs typeface="Segoe UI"/>
            </a:endParaRPr>
          </a:p>
        </p:txBody>
      </p:sp>
      <p:pic>
        <p:nvPicPr>
          <p:cNvPr id="4" name="object 4" descr="contentcreation #productivity #ai #education #marketing #contentstrategy… |  Christian Bernecke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3015995"/>
            <a:ext cx="7620000" cy="32674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8016" y="6355850"/>
            <a:ext cx="16256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38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/>
              <a:t>Prompt</a:t>
            </a:r>
            <a:r>
              <a:rPr sz="2150" spc="-125" dirty="0"/>
              <a:t> </a:t>
            </a:r>
            <a:r>
              <a:rPr sz="2150" dirty="0"/>
              <a:t>Engineering</a:t>
            </a:r>
            <a:r>
              <a:rPr sz="2150" spc="-120" dirty="0"/>
              <a:t> </a:t>
            </a:r>
            <a:r>
              <a:rPr sz="2150" dirty="0"/>
              <a:t>techniques</a:t>
            </a:r>
            <a:r>
              <a:rPr sz="2150" spc="-114" dirty="0"/>
              <a:t> </a:t>
            </a:r>
            <a:r>
              <a:rPr sz="2150" dirty="0"/>
              <a:t>and</a:t>
            </a:r>
            <a:r>
              <a:rPr sz="2150" spc="-114" dirty="0"/>
              <a:t> </a:t>
            </a:r>
            <a:r>
              <a:rPr sz="2150" dirty="0"/>
              <a:t>approaches</a:t>
            </a:r>
            <a:r>
              <a:rPr sz="2150" spc="-90" dirty="0"/>
              <a:t> </a:t>
            </a:r>
            <a:r>
              <a:rPr sz="2150" spc="-10" dirty="0"/>
              <a:t>[</a:t>
            </a:r>
            <a:r>
              <a:rPr sz="2150" spc="-10" dirty="0">
                <a:solidFill>
                  <a:srgbClr val="006FC0"/>
                </a:solidFill>
              </a:rPr>
              <a:t>RTF</a:t>
            </a:r>
            <a:r>
              <a:rPr sz="2150" spc="-10" dirty="0"/>
              <a:t>]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283" y="1149223"/>
            <a:ext cx="283527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dirty="0">
                <a:solidFill>
                  <a:srgbClr val="006FC0"/>
                </a:solidFill>
                <a:latin typeface="Segoe UI"/>
                <a:cs typeface="Segoe UI"/>
              </a:rPr>
              <a:t>RTF</a:t>
            </a:r>
            <a:r>
              <a:rPr sz="1900" b="1" spc="-7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900" b="1" dirty="0">
                <a:solidFill>
                  <a:srgbClr val="006FC0"/>
                </a:solidFill>
                <a:latin typeface="Segoe UI"/>
                <a:cs typeface="Segoe UI"/>
              </a:rPr>
              <a:t>(Role,</a:t>
            </a:r>
            <a:r>
              <a:rPr sz="1900" b="1" spc="-5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900" b="1" dirty="0">
                <a:solidFill>
                  <a:srgbClr val="006FC0"/>
                </a:solidFill>
                <a:latin typeface="Segoe UI"/>
                <a:cs typeface="Segoe UI"/>
              </a:rPr>
              <a:t>Task,</a:t>
            </a:r>
            <a:r>
              <a:rPr sz="1900" b="1" spc="-4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900" b="1" spc="-10" dirty="0">
                <a:solidFill>
                  <a:srgbClr val="006FC0"/>
                </a:solidFill>
                <a:latin typeface="Segoe UI"/>
                <a:cs typeface="Segoe UI"/>
              </a:rPr>
              <a:t>Format):</a:t>
            </a:r>
            <a:endParaRPr sz="19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537716"/>
            <a:ext cx="8382000" cy="50383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8016" y="6355850"/>
            <a:ext cx="16256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38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/>
              <a:t>Prompt</a:t>
            </a:r>
            <a:r>
              <a:rPr sz="2150" spc="-125" dirty="0"/>
              <a:t> </a:t>
            </a:r>
            <a:r>
              <a:rPr sz="2150" dirty="0"/>
              <a:t>Engineering</a:t>
            </a:r>
            <a:r>
              <a:rPr sz="2150" spc="-120" dirty="0"/>
              <a:t> </a:t>
            </a:r>
            <a:r>
              <a:rPr sz="2150" dirty="0"/>
              <a:t>techniques</a:t>
            </a:r>
            <a:r>
              <a:rPr sz="2150" spc="-114" dirty="0"/>
              <a:t> </a:t>
            </a:r>
            <a:r>
              <a:rPr sz="2150" dirty="0"/>
              <a:t>and</a:t>
            </a:r>
            <a:r>
              <a:rPr sz="2150" spc="-114" dirty="0"/>
              <a:t> </a:t>
            </a:r>
            <a:r>
              <a:rPr sz="2150" dirty="0"/>
              <a:t>approaches</a:t>
            </a:r>
            <a:r>
              <a:rPr sz="2150" spc="-90" dirty="0"/>
              <a:t> </a:t>
            </a:r>
            <a:r>
              <a:rPr sz="2150" spc="-10" dirty="0"/>
              <a:t>[</a:t>
            </a:r>
            <a:r>
              <a:rPr sz="2150" spc="-10" dirty="0">
                <a:solidFill>
                  <a:srgbClr val="006FC0"/>
                </a:solidFill>
              </a:rPr>
              <a:t>RTF</a:t>
            </a:r>
            <a:r>
              <a:rPr sz="2150" spc="-10" dirty="0"/>
              <a:t>]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1083970" y="1273810"/>
            <a:ext cx="8388985" cy="170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dirty="0">
                <a:solidFill>
                  <a:srgbClr val="006FC0"/>
                </a:solidFill>
                <a:latin typeface="Segoe UI"/>
                <a:cs typeface="Segoe UI"/>
              </a:rPr>
              <a:t>RTF</a:t>
            </a:r>
            <a:r>
              <a:rPr sz="1900" b="1" spc="-7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900" b="1" dirty="0">
                <a:solidFill>
                  <a:srgbClr val="006FC0"/>
                </a:solidFill>
                <a:latin typeface="Segoe UI"/>
                <a:cs typeface="Segoe UI"/>
              </a:rPr>
              <a:t>(Role,</a:t>
            </a:r>
            <a:r>
              <a:rPr sz="1900" b="1" spc="-5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900" b="1" dirty="0">
                <a:solidFill>
                  <a:srgbClr val="006FC0"/>
                </a:solidFill>
                <a:latin typeface="Segoe UI"/>
                <a:cs typeface="Segoe UI"/>
              </a:rPr>
              <a:t>Task,</a:t>
            </a:r>
            <a:r>
              <a:rPr sz="1900" b="1" spc="-4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900" b="1" spc="-10" dirty="0">
                <a:solidFill>
                  <a:srgbClr val="006FC0"/>
                </a:solidFill>
                <a:latin typeface="Segoe UI"/>
                <a:cs typeface="Segoe UI"/>
              </a:rPr>
              <a:t>Format):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20"/>
              </a:spcBef>
            </a:pPr>
            <a:r>
              <a:rPr sz="1900" b="1" i="1" spc="-10" dirty="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900">
              <a:latin typeface="Segoe UI"/>
              <a:cs typeface="Segoe UI"/>
            </a:endParaRPr>
          </a:p>
          <a:p>
            <a:pPr marL="12700" marR="5080">
              <a:lnSpc>
                <a:spcPct val="100899"/>
              </a:lnSpc>
              <a:spcBef>
                <a:spcPts val="135"/>
              </a:spcBef>
            </a:pP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“Act</a:t>
            </a:r>
            <a:r>
              <a:rPr sz="1650" i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i="1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a skilled</a:t>
            </a:r>
            <a:r>
              <a:rPr sz="1650" i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software</a:t>
            </a:r>
            <a:r>
              <a:rPr sz="1650" i="1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developer</a:t>
            </a:r>
            <a:r>
              <a:rPr sz="1650" i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specializing in</a:t>
            </a:r>
            <a:r>
              <a:rPr sz="1650" i="1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Java.</a:t>
            </a:r>
            <a:r>
              <a:rPr sz="1650" i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50" i="1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650" i="1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i="1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i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write</a:t>
            </a:r>
            <a:r>
              <a:rPr sz="1650" i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script</a:t>
            </a:r>
            <a:r>
              <a:rPr sz="1650" i="1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20" dirty="0">
                <a:solidFill>
                  <a:srgbClr val="333333"/>
                </a:solidFill>
                <a:latin typeface="Segoe UI"/>
                <a:cs typeface="Segoe UI"/>
              </a:rPr>
              <a:t>that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automates</a:t>
            </a:r>
            <a:r>
              <a:rPr sz="1650" i="1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i="1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extraction</a:t>
            </a:r>
            <a:r>
              <a:rPr sz="1650" i="1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650" i="1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given</a:t>
            </a:r>
            <a:r>
              <a:rPr sz="1650" i="1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CSV files</a:t>
            </a:r>
            <a:r>
              <a:rPr sz="1650" i="1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i="1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then</a:t>
            </a:r>
            <a:r>
              <a:rPr sz="1650" i="1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summarizes</a:t>
            </a:r>
            <a:r>
              <a:rPr sz="1650" i="1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i="1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i="1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650" i="1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10" dirty="0">
                <a:solidFill>
                  <a:srgbClr val="333333"/>
                </a:solidFill>
                <a:latin typeface="Segoe UI"/>
                <a:cs typeface="Segoe UI"/>
              </a:rPr>
              <a:t>report.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650" i="1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i="1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50" i="1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i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code</a:t>
            </a:r>
            <a:r>
              <a:rPr sz="1650" i="1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snippet</a:t>
            </a:r>
            <a:r>
              <a:rPr sz="1650" i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i="1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comments</a:t>
            </a:r>
            <a:r>
              <a:rPr sz="1650" i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explaining</a:t>
            </a:r>
            <a:r>
              <a:rPr sz="1650" i="1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each</a:t>
            </a:r>
            <a:r>
              <a:rPr sz="1650" i="1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650" i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Segoe UI"/>
                <a:cs typeface="Segoe UI"/>
              </a:rPr>
              <a:t>of the</a:t>
            </a:r>
            <a:r>
              <a:rPr sz="1650" i="1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10" dirty="0">
                <a:solidFill>
                  <a:srgbClr val="333333"/>
                </a:solidFill>
                <a:latin typeface="Segoe UI"/>
                <a:cs typeface="Segoe UI"/>
              </a:rPr>
              <a:t>process.”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4" name="object 4" descr="How to Read CSV file in Java - TechVidva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4191" y="3657600"/>
            <a:ext cx="4509516" cy="26075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8016" y="6355850"/>
            <a:ext cx="16256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38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/>
              <a:t>Prompt</a:t>
            </a:r>
            <a:r>
              <a:rPr sz="2150" spc="-114" dirty="0"/>
              <a:t> </a:t>
            </a:r>
            <a:r>
              <a:rPr sz="2150" dirty="0"/>
              <a:t>Engineering</a:t>
            </a:r>
            <a:r>
              <a:rPr sz="2150" spc="-105" dirty="0"/>
              <a:t> </a:t>
            </a:r>
            <a:r>
              <a:rPr sz="2150" dirty="0"/>
              <a:t>techniques</a:t>
            </a:r>
            <a:r>
              <a:rPr sz="2150" spc="-85" dirty="0"/>
              <a:t> </a:t>
            </a:r>
            <a:r>
              <a:rPr sz="2150" dirty="0"/>
              <a:t>and</a:t>
            </a:r>
            <a:r>
              <a:rPr sz="2150" spc="-100" dirty="0"/>
              <a:t> </a:t>
            </a:r>
            <a:r>
              <a:rPr sz="2150" spc="-10" dirty="0"/>
              <a:t>approaches</a:t>
            </a:r>
            <a:r>
              <a:rPr sz="2150" spc="-75" dirty="0"/>
              <a:t> </a:t>
            </a:r>
            <a:r>
              <a:rPr sz="2150" spc="-10" dirty="0"/>
              <a:t>[</a:t>
            </a:r>
            <a:r>
              <a:rPr sz="2150" spc="-10" dirty="0">
                <a:solidFill>
                  <a:srgbClr val="006FC0"/>
                </a:solidFill>
              </a:rPr>
              <a:t>RISEN</a:t>
            </a:r>
            <a:r>
              <a:rPr sz="2150" spc="-10" dirty="0"/>
              <a:t>]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283" y="1162050"/>
            <a:ext cx="10145395" cy="3669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25"/>
              </a:lnSpc>
              <a:spcBef>
                <a:spcPts val="100"/>
              </a:spcBef>
            </a:pPr>
            <a:r>
              <a:rPr sz="2400" b="1" dirty="0">
                <a:solidFill>
                  <a:srgbClr val="006FC0"/>
                </a:solidFill>
                <a:latin typeface="Segoe UI"/>
                <a:cs typeface="Segoe UI"/>
              </a:rPr>
              <a:t>RISEN</a:t>
            </a:r>
            <a:r>
              <a:rPr sz="2400" b="1" spc="-7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Segoe UI"/>
                <a:cs typeface="Segoe UI"/>
              </a:rPr>
              <a:t>(Role,</a:t>
            </a:r>
            <a:r>
              <a:rPr sz="2400" b="1" spc="-10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Segoe UI"/>
                <a:cs typeface="Segoe UI"/>
              </a:rPr>
              <a:t>Instructions,</a:t>
            </a:r>
            <a:r>
              <a:rPr sz="2400" b="1" spc="-12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Segoe UI"/>
                <a:cs typeface="Segoe UI"/>
              </a:rPr>
              <a:t>Steps,</a:t>
            </a:r>
            <a:r>
              <a:rPr sz="2400" b="1" spc="-8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Segoe UI"/>
                <a:cs typeface="Segoe UI"/>
              </a:rPr>
              <a:t>End</a:t>
            </a:r>
            <a:r>
              <a:rPr sz="2400" b="1" spc="-9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Segoe UI"/>
                <a:cs typeface="Segoe UI"/>
              </a:rPr>
              <a:t>goal,</a:t>
            </a:r>
            <a:r>
              <a:rPr sz="2400" b="1" spc="-9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Segoe UI"/>
                <a:cs typeface="Segoe UI"/>
              </a:rPr>
              <a:t>Narrowing):</a:t>
            </a:r>
            <a:endParaRPr sz="2400">
              <a:latin typeface="Segoe UI"/>
              <a:cs typeface="Segoe UI"/>
            </a:endParaRPr>
          </a:p>
          <a:p>
            <a:pPr marL="355600" marR="56515" indent="-342900">
              <a:lnSpc>
                <a:spcPts val="2300"/>
              </a:lnSpc>
              <a:buFont typeface="Arial MT"/>
              <a:buChar char="•"/>
              <a:tabLst>
                <a:tab pos="355600" algn="l"/>
              </a:tabLst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engineering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technique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designed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break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down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complex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constrained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tasks into</a:t>
            </a:r>
            <a:r>
              <a:rPr sz="1900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actionable</a:t>
            </a:r>
            <a:r>
              <a:rPr sz="19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components.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ts val="2230"/>
              </a:lnSpc>
              <a:buFont typeface="Arial MT"/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provides</a:t>
            </a:r>
            <a:r>
              <a:rPr sz="19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structured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approach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guide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executing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9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multiple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layers,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endParaRPr sz="1900">
              <a:latin typeface="Segoe UI"/>
              <a:cs typeface="Segoe UI"/>
            </a:endParaRPr>
          </a:p>
          <a:p>
            <a:pPr marL="355600">
              <a:lnSpc>
                <a:spcPct val="100000"/>
              </a:lnSpc>
              <a:spcBef>
                <a:spcPts val="30"/>
              </a:spcBef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blog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posts,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research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projects,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business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plans.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435"/>
              </a:spcBef>
            </a:pPr>
            <a:r>
              <a:rPr sz="1900" b="1" dirty="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b="1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 dirty="0">
                <a:solidFill>
                  <a:srgbClr val="333333"/>
                </a:solidFill>
                <a:latin typeface="Segoe UI"/>
                <a:cs typeface="Segoe UI"/>
              </a:rPr>
              <a:t>template: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"Role:</a:t>
            </a:r>
            <a:r>
              <a:rPr sz="2000" i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2000" i="1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2000" i="1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role</a:t>
            </a:r>
            <a:r>
              <a:rPr sz="2000" i="1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2000" i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want</a:t>
            </a:r>
            <a:r>
              <a:rPr sz="2000" i="1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2000" i="1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2000" i="1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spc="-10" dirty="0">
                <a:solidFill>
                  <a:srgbClr val="333333"/>
                </a:solidFill>
                <a:latin typeface="Segoe UI"/>
                <a:cs typeface="Segoe UI"/>
              </a:rPr>
              <a:t>take.]</a:t>
            </a:r>
            <a:endParaRPr sz="2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Main</a:t>
            </a:r>
            <a:r>
              <a:rPr sz="2000" i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Task:</a:t>
            </a:r>
            <a:r>
              <a:rPr sz="2000" i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2000" i="1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2000" i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2000" i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2000" i="1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want</a:t>
            </a:r>
            <a:r>
              <a:rPr sz="2000" i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2000" i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2000" i="1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spc="-10" dirty="0">
                <a:solidFill>
                  <a:srgbClr val="333333"/>
                </a:solidFill>
                <a:latin typeface="Segoe UI"/>
                <a:cs typeface="Segoe UI"/>
              </a:rPr>
              <a:t>complete.]</a:t>
            </a:r>
            <a:endParaRPr sz="2000">
              <a:latin typeface="Segoe UI"/>
              <a:cs typeface="Segoe UI"/>
            </a:endParaRPr>
          </a:p>
          <a:p>
            <a:pPr marL="12700" marR="3223895">
              <a:lnSpc>
                <a:spcPct val="100000"/>
              </a:lnSpc>
              <a:spcBef>
                <a:spcPts val="5"/>
              </a:spcBef>
            </a:pP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2000" i="1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2000" i="1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complete</a:t>
            </a:r>
            <a:r>
              <a:rPr sz="2000" i="1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task:</a:t>
            </a:r>
            <a:r>
              <a:rPr sz="2000" i="1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2000" i="1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numbered</a:t>
            </a:r>
            <a:r>
              <a:rPr sz="2000" i="1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list</a:t>
            </a:r>
            <a:r>
              <a:rPr sz="2000" i="1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2000" i="1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2000" i="1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2000" i="1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spc="-10" dirty="0">
                <a:solidFill>
                  <a:srgbClr val="333333"/>
                </a:solidFill>
                <a:latin typeface="Segoe UI"/>
                <a:cs typeface="Segoe UI"/>
              </a:rPr>
              <a:t>follow.]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Goal:</a:t>
            </a:r>
            <a:r>
              <a:rPr sz="2000" i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2000" i="1" spc="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goal</a:t>
            </a:r>
            <a:r>
              <a:rPr sz="2000" i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of the</a:t>
            </a:r>
            <a:r>
              <a:rPr sz="2000" i="1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spc="-10" dirty="0">
                <a:solidFill>
                  <a:srgbClr val="333333"/>
                </a:solidFill>
                <a:latin typeface="Segoe UI"/>
                <a:cs typeface="Segoe UI"/>
              </a:rPr>
              <a:t>output]</a:t>
            </a:r>
            <a:endParaRPr sz="2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Constraints:</a:t>
            </a:r>
            <a:r>
              <a:rPr sz="2000" i="1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dirty="0">
                <a:solidFill>
                  <a:srgbClr val="333333"/>
                </a:solidFill>
                <a:latin typeface="Segoe UI"/>
                <a:cs typeface="Segoe UI"/>
              </a:rPr>
              <a:t>[Enter</a:t>
            </a:r>
            <a:r>
              <a:rPr sz="2000" i="1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000" i="1" spc="-10" dirty="0">
                <a:solidFill>
                  <a:srgbClr val="333333"/>
                </a:solidFill>
                <a:latin typeface="Segoe UI"/>
                <a:cs typeface="Segoe UI"/>
              </a:rPr>
              <a:t>constraints].“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29728" y="2354554"/>
            <a:ext cx="4462780" cy="4504055"/>
            <a:chOff x="7729728" y="2354554"/>
            <a:chExt cx="4462780" cy="45040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9728" y="2354554"/>
              <a:ext cx="4462272" cy="450344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4800" y="2549651"/>
              <a:ext cx="4105655" cy="398983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/>
              <a:t>Prompt</a:t>
            </a:r>
            <a:r>
              <a:rPr sz="2150" spc="-114" dirty="0"/>
              <a:t> </a:t>
            </a:r>
            <a:r>
              <a:rPr sz="2150" dirty="0"/>
              <a:t>Engineering</a:t>
            </a:r>
            <a:r>
              <a:rPr sz="2150" spc="-105" dirty="0"/>
              <a:t> </a:t>
            </a:r>
            <a:r>
              <a:rPr sz="2150" dirty="0"/>
              <a:t>techniques</a:t>
            </a:r>
            <a:r>
              <a:rPr sz="2150" spc="-85" dirty="0"/>
              <a:t> </a:t>
            </a:r>
            <a:r>
              <a:rPr sz="2150" dirty="0"/>
              <a:t>and</a:t>
            </a:r>
            <a:r>
              <a:rPr sz="2150" spc="-100" dirty="0"/>
              <a:t> </a:t>
            </a:r>
            <a:r>
              <a:rPr sz="2150" spc="-10" dirty="0"/>
              <a:t>approaches</a:t>
            </a:r>
            <a:r>
              <a:rPr sz="2150" spc="-75" dirty="0"/>
              <a:t> </a:t>
            </a:r>
            <a:r>
              <a:rPr sz="2150" spc="-10" dirty="0"/>
              <a:t>[</a:t>
            </a:r>
            <a:r>
              <a:rPr sz="2150" spc="-10" dirty="0">
                <a:solidFill>
                  <a:srgbClr val="006FC0"/>
                </a:solidFill>
              </a:rPr>
              <a:t>RISEN</a:t>
            </a:r>
            <a:r>
              <a:rPr sz="2150" spc="-10" dirty="0"/>
              <a:t>]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67283" y="1162050"/>
            <a:ext cx="10347960" cy="2236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FC0"/>
                </a:solidFill>
                <a:latin typeface="Segoe UI"/>
                <a:cs typeface="Segoe UI"/>
              </a:rPr>
              <a:t>RISEN</a:t>
            </a:r>
            <a:r>
              <a:rPr sz="2400" b="1" spc="-7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Segoe UI"/>
                <a:cs typeface="Segoe UI"/>
              </a:rPr>
              <a:t>(Role,</a:t>
            </a:r>
            <a:r>
              <a:rPr sz="2400" b="1" spc="-10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Segoe UI"/>
                <a:cs typeface="Segoe UI"/>
              </a:rPr>
              <a:t>Instructions,</a:t>
            </a:r>
            <a:r>
              <a:rPr sz="2400" b="1" spc="-12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Segoe UI"/>
                <a:cs typeface="Segoe UI"/>
              </a:rPr>
              <a:t>Steps,</a:t>
            </a:r>
            <a:r>
              <a:rPr sz="2400" b="1" spc="-8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Segoe UI"/>
                <a:cs typeface="Segoe UI"/>
              </a:rPr>
              <a:t>End</a:t>
            </a:r>
            <a:r>
              <a:rPr sz="2400" b="1" spc="-9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Segoe UI"/>
                <a:cs typeface="Segoe UI"/>
              </a:rPr>
              <a:t>goal,</a:t>
            </a:r>
            <a:r>
              <a:rPr sz="2400" b="1" spc="-9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Segoe UI"/>
                <a:cs typeface="Segoe UI"/>
              </a:rPr>
              <a:t>Narrowing):</a:t>
            </a:r>
            <a:endParaRPr sz="2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90"/>
              </a:spcBef>
            </a:pPr>
            <a:r>
              <a:rPr sz="1900" b="1" i="1" spc="-10" dirty="0">
                <a:solidFill>
                  <a:srgbClr val="333333"/>
                </a:solidFill>
                <a:latin typeface="Segoe UI"/>
                <a:cs typeface="Segoe UI"/>
              </a:rPr>
              <a:t>Example:</a:t>
            </a:r>
            <a:endParaRPr sz="1900">
              <a:latin typeface="Segoe UI"/>
              <a:cs typeface="Segoe UI"/>
            </a:endParaRPr>
          </a:p>
          <a:p>
            <a:pPr marL="12700" marR="5080">
              <a:lnSpc>
                <a:spcPct val="100200"/>
              </a:lnSpc>
              <a:spcBef>
                <a:spcPts val="140"/>
              </a:spcBef>
            </a:pP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"Act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[Marketing</a:t>
            </a:r>
            <a:r>
              <a:rPr sz="1650" spc="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Strategist].</a:t>
            </a:r>
            <a:r>
              <a:rPr sz="1650" spc="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Develop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[comprehensive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marketing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strategy]</a:t>
            </a:r>
            <a:r>
              <a:rPr sz="1650" spc="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eco-friendly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household</a:t>
            </a:r>
            <a:r>
              <a:rPr sz="165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product.</a:t>
            </a:r>
            <a:r>
              <a:rPr sz="1650" spc="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Begin</a:t>
            </a:r>
            <a:r>
              <a:rPr sz="1650" spc="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650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[identifying</a:t>
            </a:r>
            <a:r>
              <a:rPr sz="1650" spc="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target</a:t>
            </a:r>
            <a:r>
              <a:rPr sz="1650" spc="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audience</a:t>
            </a:r>
            <a:r>
              <a:rPr sz="165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650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preferences],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then</a:t>
            </a:r>
            <a:r>
              <a:rPr sz="1650" spc="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move</a:t>
            </a:r>
            <a:r>
              <a:rPr sz="16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5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spc="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[creating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messaging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strategy</a:t>
            </a:r>
            <a:r>
              <a:rPr sz="1650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aligns</a:t>
            </a:r>
            <a:r>
              <a:rPr sz="165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audience's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values].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Next,</a:t>
            </a:r>
            <a:r>
              <a:rPr sz="1650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[choose</a:t>
            </a:r>
            <a:r>
              <a:rPr sz="16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most</a:t>
            </a:r>
            <a:r>
              <a:rPr sz="16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effective</a:t>
            </a:r>
            <a:r>
              <a:rPr sz="16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marketing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channels], and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finally,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[outline</a:t>
            </a:r>
            <a:r>
              <a:rPr sz="1650" spc="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 launch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plan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includes a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timeline</a:t>
            </a:r>
            <a:r>
              <a:rPr sz="1650" spc="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marketing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activities].</a:t>
            </a:r>
            <a:r>
              <a:rPr sz="1650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Ensure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333333"/>
                </a:solidFill>
                <a:latin typeface="Segoe UI"/>
                <a:cs typeface="Segoe UI"/>
              </a:rPr>
              <a:t>that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strategy</a:t>
            </a:r>
            <a:r>
              <a:rPr sz="1650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[focuses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specifically</a:t>
            </a:r>
            <a:r>
              <a:rPr sz="1650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eco-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conscious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consumers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emphasizes</a:t>
            </a:r>
            <a:r>
              <a:rPr sz="1650" spc="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sustainability]."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/>
              <a:t>Rephrase</a:t>
            </a:r>
            <a:r>
              <a:rPr sz="2150" spc="-100" dirty="0"/>
              <a:t> </a:t>
            </a:r>
            <a:r>
              <a:rPr sz="2150" dirty="0"/>
              <a:t>and</a:t>
            </a:r>
            <a:r>
              <a:rPr sz="2150" spc="-85" dirty="0"/>
              <a:t> </a:t>
            </a:r>
            <a:r>
              <a:rPr sz="2150" dirty="0"/>
              <a:t>Respond</a:t>
            </a:r>
            <a:r>
              <a:rPr sz="2150" spc="-110" dirty="0"/>
              <a:t> </a:t>
            </a:r>
            <a:r>
              <a:rPr sz="2150" spc="-10" dirty="0"/>
              <a:t>Prompting</a:t>
            </a:r>
            <a:r>
              <a:rPr sz="2150" spc="-90" dirty="0"/>
              <a:t> </a:t>
            </a:r>
            <a:r>
              <a:rPr sz="2150" spc="-10" dirty="0"/>
              <a:t>(</a:t>
            </a:r>
            <a:r>
              <a:rPr sz="2150" spc="-10" dirty="0">
                <a:solidFill>
                  <a:srgbClr val="006FC0"/>
                </a:solidFill>
              </a:rPr>
              <a:t>RaR</a:t>
            </a:r>
            <a:r>
              <a:rPr sz="2150" spc="-10" dirty="0"/>
              <a:t>)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283" y="1165606"/>
            <a:ext cx="10368915" cy="2374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333333"/>
                </a:solidFill>
                <a:latin typeface="Segoe UI"/>
                <a:cs typeface="Segoe UI"/>
              </a:rPr>
              <a:t>Overview</a:t>
            </a:r>
            <a:endParaRPr sz="1400">
              <a:latin typeface="Segoe UI"/>
              <a:cs typeface="Segoe UI"/>
            </a:endParaRPr>
          </a:p>
          <a:p>
            <a:pPr marL="12700" marR="68580">
              <a:lnSpc>
                <a:spcPct val="100000"/>
              </a:lnSpc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Rephrase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Respond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(RaR)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prompting</a:t>
            </a:r>
            <a:r>
              <a:rPr sz="14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technique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aims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enhance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LLM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performance</a:t>
            </a:r>
            <a:r>
              <a:rPr sz="14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allowing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them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rephrase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and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expand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prompts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before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generating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prompting</a:t>
            </a:r>
            <a:r>
              <a:rPr sz="14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technique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bridges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gap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between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humans</a:t>
            </a:r>
            <a:r>
              <a:rPr sz="14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LLMs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understand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engage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information.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Moreover,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RaR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prompting</a:t>
            </a:r>
            <a:r>
              <a:rPr sz="14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technique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complementary</a:t>
            </a:r>
            <a:r>
              <a:rPr sz="14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CoT prompting</a:t>
            </a:r>
            <a:r>
              <a:rPr sz="14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these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two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prompting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techniques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combined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further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enhance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performance.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RaR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prompting</a:t>
            </a:r>
            <a:r>
              <a:rPr sz="14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technique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involves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two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namely</a:t>
            </a:r>
            <a:r>
              <a:rPr sz="14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Rephrasing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Responding:</a:t>
            </a:r>
            <a:endParaRPr sz="1400">
              <a:latin typeface="Segoe UI"/>
              <a:cs typeface="Segoe UI"/>
            </a:endParaRPr>
          </a:p>
          <a:p>
            <a:pPr marL="299085" marR="24193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Rephrase: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he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LLM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analyzes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generates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paraphrased</a:t>
            </a:r>
            <a:r>
              <a:rPr sz="14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version,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potentially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clarifying</a:t>
            </a:r>
            <a:r>
              <a:rPr sz="14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ambiguities,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breaking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down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complex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tasks,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expanding</a:t>
            </a:r>
            <a:r>
              <a:rPr sz="14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implicit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assumptions.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Respond: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LLM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based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original</a:t>
            </a:r>
            <a:r>
              <a:rPr sz="14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rephrased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versions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prompt,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generates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24327" y="3503635"/>
            <a:ext cx="8281670" cy="3354704"/>
            <a:chOff x="2624327" y="3503635"/>
            <a:chExt cx="8281670" cy="335470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4327" y="3503635"/>
              <a:ext cx="8281416" cy="33543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9399" y="3698748"/>
              <a:ext cx="7711440" cy="28575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91328" y="3881602"/>
            <a:ext cx="6901180" cy="2729865"/>
            <a:chOff x="5291328" y="3881602"/>
            <a:chExt cx="6901180" cy="27298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1328" y="3881602"/>
              <a:ext cx="6900672" cy="272948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0" y="4076700"/>
              <a:ext cx="6547104" cy="2159508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/>
              <a:t>Emotion</a:t>
            </a:r>
            <a:r>
              <a:rPr sz="2150" spc="-80" dirty="0"/>
              <a:t> </a:t>
            </a:r>
            <a:r>
              <a:rPr sz="2150" spc="-10" dirty="0"/>
              <a:t>Prompting</a:t>
            </a:r>
            <a:endParaRPr sz="215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347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pc="-10" dirty="0"/>
              <a:t>Overview</a:t>
            </a:r>
          </a:p>
          <a:p>
            <a:pPr marL="12700" marR="184150">
              <a:lnSpc>
                <a:spcPct val="150000"/>
              </a:lnSpc>
            </a:pPr>
            <a:r>
              <a:rPr b="0" dirty="0">
                <a:latin typeface="Segoe UI"/>
                <a:cs typeface="Segoe UI"/>
              </a:rPr>
              <a:t>Emotion</a:t>
            </a:r>
            <a:r>
              <a:rPr b="0" spc="-8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prompting</a:t>
            </a:r>
            <a:r>
              <a:rPr b="0" spc="-5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is</a:t>
            </a:r>
            <a:r>
              <a:rPr b="0" spc="-6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a</a:t>
            </a:r>
            <a:r>
              <a:rPr b="0" spc="-8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technique</a:t>
            </a:r>
            <a:r>
              <a:rPr b="0" spc="-6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that</a:t>
            </a:r>
            <a:r>
              <a:rPr b="0" spc="-9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involves</a:t>
            </a:r>
            <a:r>
              <a:rPr b="0" spc="-7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adding</a:t>
            </a:r>
            <a:r>
              <a:rPr b="0" spc="-7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emotional</a:t>
            </a:r>
            <a:r>
              <a:rPr b="0" spc="-8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cues</a:t>
            </a:r>
            <a:r>
              <a:rPr b="0" spc="-6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to</a:t>
            </a:r>
            <a:r>
              <a:rPr b="0" spc="-7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prompts</a:t>
            </a:r>
            <a:r>
              <a:rPr b="0" spc="-6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given</a:t>
            </a:r>
            <a:r>
              <a:rPr b="0" spc="-7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to</a:t>
            </a:r>
            <a:r>
              <a:rPr b="0" spc="-7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large</a:t>
            </a:r>
            <a:r>
              <a:rPr b="0" spc="-4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language</a:t>
            </a:r>
            <a:r>
              <a:rPr b="0" spc="-80" dirty="0">
                <a:latin typeface="Segoe UI"/>
                <a:cs typeface="Segoe UI"/>
              </a:rPr>
              <a:t> </a:t>
            </a:r>
            <a:r>
              <a:rPr b="0" spc="-10" dirty="0">
                <a:latin typeface="Segoe UI"/>
                <a:cs typeface="Segoe UI"/>
              </a:rPr>
              <a:t>models </a:t>
            </a:r>
            <a:r>
              <a:rPr b="0" dirty="0">
                <a:latin typeface="Segoe UI"/>
                <a:cs typeface="Segoe UI"/>
              </a:rPr>
              <a:t>(LLMs).</a:t>
            </a:r>
            <a:r>
              <a:rPr b="0" spc="-3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An</a:t>
            </a:r>
            <a:r>
              <a:rPr b="0" spc="-4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example</a:t>
            </a:r>
            <a:r>
              <a:rPr b="0" spc="-6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of</a:t>
            </a:r>
            <a:r>
              <a:rPr b="0" spc="-4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emotion</a:t>
            </a:r>
            <a:r>
              <a:rPr b="0" spc="-7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cue</a:t>
            </a:r>
            <a:r>
              <a:rPr b="0" spc="-3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is</a:t>
            </a:r>
            <a:r>
              <a:rPr b="0" spc="-4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“</a:t>
            </a:r>
            <a:r>
              <a:rPr b="0" dirty="0">
                <a:solidFill>
                  <a:srgbClr val="006FC0"/>
                </a:solidFill>
                <a:latin typeface="Segoe UI"/>
                <a:cs typeface="Segoe UI"/>
              </a:rPr>
              <a:t>This</a:t>
            </a:r>
            <a:r>
              <a:rPr b="0" spc="-5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6FC0"/>
                </a:solidFill>
                <a:latin typeface="Segoe UI"/>
                <a:cs typeface="Segoe UI"/>
              </a:rPr>
              <a:t>is</a:t>
            </a:r>
            <a:r>
              <a:rPr b="0" spc="-5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6FC0"/>
                </a:solidFill>
                <a:latin typeface="Segoe UI"/>
                <a:cs typeface="Segoe UI"/>
              </a:rPr>
              <a:t>very</a:t>
            </a:r>
            <a:r>
              <a:rPr b="0" spc="-3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6FC0"/>
                </a:solidFill>
                <a:latin typeface="Segoe UI"/>
                <a:cs typeface="Segoe UI"/>
              </a:rPr>
              <a:t>important</a:t>
            </a:r>
            <a:r>
              <a:rPr b="0" spc="-6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6FC0"/>
                </a:solidFill>
                <a:latin typeface="Segoe UI"/>
                <a:cs typeface="Segoe UI"/>
              </a:rPr>
              <a:t>to</a:t>
            </a:r>
            <a:r>
              <a:rPr b="0" spc="-4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b="0" dirty="0">
                <a:solidFill>
                  <a:srgbClr val="006FC0"/>
                </a:solidFill>
                <a:latin typeface="Segoe UI"/>
                <a:cs typeface="Segoe UI"/>
              </a:rPr>
              <a:t>my</a:t>
            </a:r>
            <a:r>
              <a:rPr b="0" spc="-6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b="0" spc="-10" dirty="0">
                <a:solidFill>
                  <a:srgbClr val="006FC0"/>
                </a:solidFill>
                <a:latin typeface="Segoe UI"/>
                <a:cs typeface="Segoe UI"/>
              </a:rPr>
              <a:t>career</a:t>
            </a:r>
            <a:r>
              <a:rPr b="0" spc="-10" dirty="0">
                <a:latin typeface="Segoe UI"/>
                <a:cs typeface="Segoe UI"/>
              </a:rPr>
              <a:t>”</a:t>
            </a:r>
            <a:r>
              <a:rPr b="0" spc="-30" dirty="0">
                <a:latin typeface="Segoe UI"/>
                <a:cs typeface="Segoe UI"/>
              </a:rPr>
              <a:t> </a:t>
            </a:r>
            <a:r>
              <a:rPr b="0" spc="-25" dirty="0">
                <a:latin typeface="Wingdings"/>
                <a:cs typeface="Wingdings"/>
              </a:rPr>
              <a:t></a:t>
            </a:r>
            <a:r>
              <a:rPr b="0" spc="-25" dirty="0">
                <a:latin typeface="Segoe UI"/>
                <a:cs typeface="Segoe UI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/>
              <a:t>How</a:t>
            </a:r>
            <a:r>
              <a:rPr spc="-65" dirty="0"/>
              <a:t> </a:t>
            </a:r>
            <a:r>
              <a:rPr dirty="0"/>
              <a:t>it</a:t>
            </a:r>
            <a:r>
              <a:rPr spc="-75" dirty="0"/>
              <a:t> </a:t>
            </a:r>
            <a:r>
              <a:rPr spc="-20" dirty="0"/>
              <a:t>works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b="0" dirty="0">
                <a:latin typeface="Segoe UI"/>
                <a:cs typeface="Segoe UI"/>
              </a:rPr>
              <a:t>This</a:t>
            </a:r>
            <a:r>
              <a:rPr b="0" spc="-8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prompting</a:t>
            </a:r>
            <a:r>
              <a:rPr b="0" spc="-7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approach</a:t>
            </a:r>
            <a:r>
              <a:rPr b="0" spc="-7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is</a:t>
            </a:r>
            <a:r>
              <a:rPr b="0" spc="-8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proposed</a:t>
            </a:r>
            <a:r>
              <a:rPr b="0" spc="-5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based</a:t>
            </a:r>
            <a:r>
              <a:rPr b="0" spc="-7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on</a:t>
            </a:r>
            <a:r>
              <a:rPr b="0" spc="-9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previous</a:t>
            </a:r>
            <a:r>
              <a:rPr b="0" spc="-75" dirty="0">
                <a:latin typeface="Segoe UI"/>
                <a:cs typeface="Segoe UI"/>
              </a:rPr>
              <a:t> </a:t>
            </a:r>
            <a:r>
              <a:rPr b="0" spc="-10" dirty="0">
                <a:latin typeface="Segoe UI"/>
                <a:cs typeface="Segoe UI"/>
              </a:rPr>
              <a:t>psychological</a:t>
            </a:r>
            <a:r>
              <a:rPr b="0" spc="-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studies</a:t>
            </a:r>
            <a:r>
              <a:rPr b="0" spc="-9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that</a:t>
            </a:r>
            <a:r>
              <a:rPr b="0" spc="-10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have</a:t>
            </a:r>
            <a:r>
              <a:rPr b="0" spc="-8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shown</a:t>
            </a:r>
            <a:r>
              <a:rPr b="0" spc="-6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the</a:t>
            </a:r>
            <a:r>
              <a:rPr b="0" spc="-8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beneficial</a:t>
            </a:r>
            <a:r>
              <a:rPr b="0" spc="-85" dirty="0">
                <a:latin typeface="Segoe UI"/>
                <a:cs typeface="Segoe UI"/>
              </a:rPr>
              <a:t> </a:t>
            </a:r>
            <a:r>
              <a:rPr b="0" spc="-10" dirty="0">
                <a:latin typeface="Segoe UI"/>
                <a:cs typeface="Segoe UI"/>
              </a:rPr>
              <a:t>impact</a:t>
            </a:r>
          </a:p>
          <a:p>
            <a:pPr marL="12700" marR="504190">
              <a:lnSpc>
                <a:spcPct val="150000"/>
              </a:lnSpc>
              <a:spcBef>
                <a:spcPts val="5"/>
              </a:spcBef>
            </a:pPr>
            <a:r>
              <a:rPr b="0" dirty="0">
                <a:latin typeface="Segoe UI"/>
                <a:cs typeface="Segoe UI"/>
              </a:rPr>
              <a:t>of</a:t>
            </a:r>
            <a:r>
              <a:rPr b="0" spc="-7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emotional</a:t>
            </a:r>
            <a:r>
              <a:rPr b="0" spc="-8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stimuli</a:t>
            </a:r>
            <a:r>
              <a:rPr b="0" spc="-7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related</a:t>
            </a:r>
            <a:r>
              <a:rPr b="0" spc="-7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to</a:t>
            </a:r>
            <a:r>
              <a:rPr b="0" spc="-7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expectancy,</a:t>
            </a:r>
            <a:r>
              <a:rPr b="0" spc="-3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confidence,</a:t>
            </a:r>
            <a:r>
              <a:rPr b="0" spc="-5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and</a:t>
            </a:r>
            <a:r>
              <a:rPr b="0" spc="-9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social</a:t>
            </a:r>
            <a:r>
              <a:rPr b="0" spc="-5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influence</a:t>
            </a:r>
            <a:r>
              <a:rPr b="0" spc="-7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on</a:t>
            </a:r>
            <a:r>
              <a:rPr b="0" spc="-6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individuals.</a:t>
            </a:r>
            <a:r>
              <a:rPr b="0" spc="-4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As</a:t>
            </a:r>
            <a:r>
              <a:rPr b="0" spc="-6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a</a:t>
            </a:r>
            <a:r>
              <a:rPr b="0" spc="-7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part</a:t>
            </a:r>
            <a:r>
              <a:rPr b="0" spc="-6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of</a:t>
            </a:r>
            <a:r>
              <a:rPr b="0" spc="-70" dirty="0">
                <a:latin typeface="Segoe UI"/>
                <a:cs typeface="Segoe UI"/>
              </a:rPr>
              <a:t> </a:t>
            </a:r>
            <a:r>
              <a:rPr b="0" spc="-10" dirty="0">
                <a:latin typeface="Segoe UI"/>
                <a:cs typeface="Segoe UI"/>
              </a:rPr>
              <a:t>emotion </a:t>
            </a:r>
            <a:r>
              <a:rPr b="0" dirty="0">
                <a:latin typeface="Segoe UI"/>
                <a:cs typeface="Segoe UI"/>
              </a:rPr>
              <a:t>prompting,</a:t>
            </a:r>
            <a:r>
              <a:rPr b="0" spc="-2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emotional</a:t>
            </a:r>
            <a:r>
              <a:rPr b="0" spc="-6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cues</a:t>
            </a:r>
            <a:r>
              <a:rPr b="0" spc="-5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are</a:t>
            </a:r>
            <a:r>
              <a:rPr b="0" spc="-4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appended</a:t>
            </a:r>
            <a:r>
              <a:rPr b="0" spc="-6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to</a:t>
            </a:r>
            <a:r>
              <a:rPr b="0" spc="-5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the</a:t>
            </a:r>
            <a:r>
              <a:rPr b="0" spc="-6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prompt</a:t>
            </a:r>
            <a:r>
              <a:rPr b="0" spc="-5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and</a:t>
            </a:r>
            <a:r>
              <a:rPr b="0" spc="-8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then</a:t>
            </a:r>
            <a:r>
              <a:rPr b="0" spc="-6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given</a:t>
            </a:r>
            <a:r>
              <a:rPr b="0" spc="-6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to</a:t>
            </a:r>
            <a:r>
              <a:rPr b="0" spc="-5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the</a:t>
            </a:r>
            <a:r>
              <a:rPr b="0" spc="-65" dirty="0">
                <a:latin typeface="Segoe UI"/>
                <a:cs typeface="Segoe UI"/>
              </a:rPr>
              <a:t> </a:t>
            </a:r>
            <a:r>
              <a:rPr b="0" spc="-20" dirty="0">
                <a:latin typeface="Segoe UI"/>
                <a:cs typeface="Segoe UI"/>
              </a:rPr>
              <a:t>LLM.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-13184" y="3802337"/>
            <a:ext cx="5651983" cy="3055663"/>
            <a:chOff x="338327" y="3526485"/>
            <a:chExt cx="8014970" cy="306197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8327" y="3526485"/>
              <a:ext cx="8014716" cy="306171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3399" y="3721607"/>
              <a:ext cx="7444740" cy="2491740"/>
            </a:xfrm>
            <a:prstGeom prst="rect">
              <a:avLst/>
            </a:prstGeom>
          </p:spPr>
        </p:pic>
      </p:grpSp>
      <p:pic>
        <p:nvPicPr>
          <p:cNvPr id="10" name="object 10" descr="AI Midjourney Prompt for People - Characters with emotions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24388" y="76200"/>
            <a:ext cx="1309115" cy="130911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/>
              <a:t>Enhancing</a:t>
            </a:r>
            <a:r>
              <a:rPr sz="2150" spc="-70" dirty="0"/>
              <a:t> </a:t>
            </a:r>
            <a:r>
              <a:rPr sz="2150" dirty="0"/>
              <a:t>Model</a:t>
            </a:r>
            <a:r>
              <a:rPr sz="2150" spc="-100" dirty="0"/>
              <a:t> </a:t>
            </a:r>
            <a:r>
              <a:rPr sz="2150" dirty="0"/>
              <a:t>Interaction</a:t>
            </a:r>
            <a:r>
              <a:rPr sz="2150" spc="-85" dirty="0"/>
              <a:t> </a:t>
            </a:r>
            <a:r>
              <a:rPr sz="2150" dirty="0"/>
              <a:t>with</a:t>
            </a:r>
            <a:r>
              <a:rPr sz="2150" spc="-105" dirty="0"/>
              <a:t> </a:t>
            </a:r>
            <a:r>
              <a:rPr sz="2150" spc="-10" dirty="0"/>
              <a:t>Emotional</a:t>
            </a:r>
            <a:r>
              <a:rPr sz="2150" spc="-80" dirty="0"/>
              <a:t> </a:t>
            </a:r>
            <a:r>
              <a:rPr sz="2150" dirty="0"/>
              <a:t>and</a:t>
            </a:r>
            <a:r>
              <a:rPr sz="2150" spc="-105" dirty="0"/>
              <a:t> </a:t>
            </a:r>
            <a:r>
              <a:rPr sz="2150" spc="-10" dirty="0"/>
              <a:t>Motivational</a:t>
            </a:r>
            <a:r>
              <a:rPr sz="2150" spc="-60" dirty="0"/>
              <a:t> </a:t>
            </a:r>
            <a:r>
              <a:rPr sz="2150" spc="-10" dirty="0"/>
              <a:t>Language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283" y="1161414"/>
            <a:ext cx="10375265" cy="2713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26695">
              <a:lnSpc>
                <a:spcPct val="100000"/>
              </a:lnSpc>
              <a:spcBef>
                <a:spcPts val="95"/>
              </a:spcBef>
            </a:pPr>
            <a:r>
              <a:rPr sz="2150" b="1" dirty="0">
                <a:solidFill>
                  <a:srgbClr val="333333"/>
                </a:solidFill>
                <a:latin typeface="Segoe UI"/>
                <a:cs typeface="Segoe UI"/>
              </a:rPr>
              <a:t>Utilizing</a:t>
            </a:r>
            <a:r>
              <a:rPr sz="2150" b="1" spc="-10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150" b="1" dirty="0">
                <a:solidFill>
                  <a:srgbClr val="333333"/>
                </a:solidFill>
                <a:latin typeface="Segoe UI"/>
                <a:cs typeface="Segoe UI"/>
              </a:rPr>
              <a:t>emotional</a:t>
            </a:r>
            <a:r>
              <a:rPr sz="2150" b="1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150" b="1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2150" b="1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150" b="1" spc="-10" dirty="0">
                <a:solidFill>
                  <a:srgbClr val="333333"/>
                </a:solidFill>
                <a:latin typeface="Segoe UI"/>
                <a:cs typeface="Segoe UI"/>
              </a:rPr>
              <a:t>motivating</a:t>
            </a:r>
            <a:r>
              <a:rPr sz="2150" b="1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150" b="1" dirty="0">
                <a:solidFill>
                  <a:srgbClr val="333333"/>
                </a:solidFill>
                <a:latin typeface="Segoe UI"/>
                <a:cs typeface="Segoe UI"/>
              </a:rPr>
              <a:t>language</a:t>
            </a:r>
            <a:r>
              <a:rPr sz="2150" b="1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150" b="1" dirty="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sz="2150" b="1" spc="-10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150" b="1" dirty="0">
                <a:solidFill>
                  <a:srgbClr val="333333"/>
                </a:solidFill>
                <a:latin typeface="Segoe UI"/>
                <a:cs typeface="Segoe UI"/>
              </a:rPr>
              <a:t>interacting</a:t>
            </a:r>
            <a:r>
              <a:rPr sz="2150" b="1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150" b="1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2150" b="1" spc="-10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150" b="1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2150" b="1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150" b="1" spc="-10" dirty="0">
                <a:solidFill>
                  <a:srgbClr val="333333"/>
                </a:solidFill>
                <a:latin typeface="Segoe UI"/>
                <a:cs typeface="Segoe UI"/>
              </a:rPr>
              <a:t>models </a:t>
            </a:r>
            <a:r>
              <a:rPr sz="2150" b="1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2150" b="1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150" b="1" dirty="0">
                <a:solidFill>
                  <a:srgbClr val="333333"/>
                </a:solidFill>
                <a:latin typeface="Segoe UI"/>
                <a:cs typeface="Segoe UI"/>
              </a:rPr>
              <a:t>yield</a:t>
            </a:r>
            <a:r>
              <a:rPr sz="2150" b="1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150" b="1" spc="-10" dirty="0">
                <a:solidFill>
                  <a:srgbClr val="333333"/>
                </a:solidFill>
                <a:latin typeface="Segoe UI"/>
                <a:cs typeface="Segoe UI"/>
              </a:rPr>
              <a:t>improved</a:t>
            </a:r>
            <a:r>
              <a:rPr sz="2150" b="1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150" b="1" dirty="0">
                <a:solidFill>
                  <a:srgbClr val="333333"/>
                </a:solidFill>
                <a:latin typeface="Segoe UI"/>
                <a:cs typeface="Segoe UI"/>
              </a:rPr>
              <a:t>outcomes.</a:t>
            </a:r>
            <a:r>
              <a:rPr sz="215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150" b="1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2150" b="1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150" b="1" spc="-10" dirty="0">
                <a:solidFill>
                  <a:srgbClr val="333333"/>
                </a:solidFill>
                <a:latin typeface="Segoe UI"/>
                <a:cs typeface="Segoe UI"/>
              </a:rPr>
              <a:t>instance:</a:t>
            </a:r>
            <a:endParaRPr sz="2150" dirty="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354965" algn="l"/>
              </a:tabLst>
            </a:pP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Take</a:t>
            </a:r>
            <a:r>
              <a:rPr sz="19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deep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breath,</a:t>
            </a:r>
            <a:r>
              <a:rPr sz="19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let's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think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9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endParaRPr sz="1900" dirty="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very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important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for my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career</a:t>
            </a:r>
            <a:endParaRPr sz="1900" dirty="0">
              <a:latin typeface="Segoe UI"/>
              <a:cs typeface="Segoe UI"/>
            </a:endParaRPr>
          </a:p>
          <a:p>
            <a:pPr marL="354965" indent="-342265">
              <a:lnSpc>
                <a:spcPts val="227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I'll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generously</a:t>
            </a:r>
            <a:r>
              <a:rPr sz="19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reward</a:t>
            </a:r>
            <a:r>
              <a:rPr sz="19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you with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$20</a:t>
            </a:r>
            <a:r>
              <a:rPr sz="190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tip.</a:t>
            </a:r>
            <a:endParaRPr sz="1900" dirty="0">
              <a:latin typeface="Segoe UI"/>
              <a:cs typeface="Segoe UI"/>
            </a:endParaRPr>
          </a:p>
          <a:p>
            <a:pPr marL="355600" marR="399415" indent="-342900">
              <a:lnSpc>
                <a:spcPts val="2300"/>
              </a:lnSpc>
              <a:spcBef>
                <a:spcPts val="45"/>
              </a:spcBef>
              <a:buFont typeface="Arial MT"/>
              <a:buChar char="•"/>
              <a:tabLst>
                <a:tab pos="355600" algn="l"/>
              </a:tabLst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absolutely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certain?</a:t>
            </a:r>
            <a:r>
              <a:rPr sz="19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90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definitive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response?</a:t>
            </a:r>
            <a:r>
              <a:rPr sz="19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could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9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beneficial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review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once</a:t>
            </a:r>
            <a:r>
              <a:rPr sz="1900" spc="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more.</a:t>
            </a:r>
            <a:endParaRPr sz="1900" dirty="0">
              <a:latin typeface="Segoe UI"/>
              <a:cs typeface="Segoe UI"/>
            </a:endParaRPr>
          </a:p>
          <a:p>
            <a:pPr marL="354965" indent="-342265">
              <a:lnSpc>
                <a:spcPts val="2215"/>
              </a:lnSpc>
              <a:buFont typeface="Arial MT"/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Embrace</a:t>
            </a:r>
            <a:r>
              <a:rPr sz="19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work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pride</a:t>
            </a:r>
            <a:r>
              <a:rPr sz="19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exert</a:t>
            </a:r>
            <a:r>
              <a:rPr sz="19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90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utmost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effort.</a:t>
            </a:r>
            <a:r>
              <a:rPr sz="19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Have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faith in</a:t>
            </a:r>
            <a:r>
              <a:rPr sz="19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capabilities</a:t>
            </a:r>
            <a:r>
              <a:rPr sz="1900" spc="-25" dirty="0">
                <a:solidFill>
                  <a:srgbClr val="333333"/>
                </a:solidFill>
                <a:latin typeface="Segoe UI"/>
                <a:cs typeface="Segoe UI"/>
              </a:rPr>
              <a:t> and</a:t>
            </a:r>
            <a:endParaRPr sz="1900" dirty="0">
              <a:latin typeface="Segoe UI"/>
              <a:cs typeface="Segoe UI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aim</a:t>
            </a:r>
            <a:r>
              <a:rPr sz="19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9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 dirty="0">
                <a:solidFill>
                  <a:srgbClr val="333333"/>
                </a:solidFill>
                <a:latin typeface="Segoe UI"/>
                <a:cs typeface="Segoe UI"/>
              </a:rPr>
              <a:t>excellence</a:t>
            </a:r>
            <a:endParaRPr sz="1900" dirty="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927" y="3928871"/>
            <a:ext cx="3208020" cy="23667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9703" y="4197096"/>
            <a:ext cx="6841235" cy="210311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483" y="6342888"/>
            <a:ext cx="10523220" cy="267970"/>
            <a:chOff x="824483" y="6342888"/>
            <a:chExt cx="10523220" cy="267970"/>
          </a:xfrm>
        </p:grpSpPr>
        <p:sp>
          <p:nvSpPr>
            <p:cNvPr id="3" name="object 3"/>
            <p:cNvSpPr/>
            <p:nvPr/>
          </p:nvSpPr>
          <p:spPr>
            <a:xfrm>
              <a:off x="827531" y="6345936"/>
              <a:ext cx="10517505" cy="7620"/>
            </a:xfrm>
            <a:custGeom>
              <a:avLst/>
              <a:gdLst/>
              <a:ahLst/>
              <a:cxnLst/>
              <a:rect l="l" t="t" r="r" b="b"/>
              <a:pathLst>
                <a:path w="10517505" h="7620">
                  <a:moveTo>
                    <a:pt x="0" y="0"/>
                  </a:moveTo>
                  <a:lnTo>
                    <a:pt x="10516997" y="7124"/>
                  </a:lnTo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531" y="6347460"/>
              <a:ext cx="519430" cy="263525"/>
            </a:xfrm>
            <a:custGeom>
              <a:avLst/>
              <a:gdLst/>
              <a:ahLst/>
              <a:cxnLst/>
              <a:rect l="l" t="t" r="r" b="b"/>
              <a:pathLst>
                <a:path w="519430" h="263525">
                  <a:moveTo>
                    <a:pt x="519417" y="0"/>
                  </a:moveTo>
                  <a:lnTo>
                    <a:pt x="0" y="0"/>
                  </a:lnTo>
                  <a:lnTo>
                    <a:pt x="0" y="263029"/>
                  </a:lnTo>
                  <a:lnTo>
                    <a:pt x="519417" y="263029"/>
                  </a:lnTo>
                  <a:lnTo>
                    <a:pt x="51941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27532" y="1013460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19">
                <a:moveTo>
                  <a:pt x="0" y="0"/>
                </a:moveTo>
                <a:lnTo>
                  <a:pt x="10516997" y="7112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/>
              <a:t>Prompt</a:t>
            </a:r>
            <a:r>
              <a:rPr sz="2150" spc="-95" dirty="0"/>
              <a:t> </a:t>
            </a:r>
            <a:r>
              <a:rPr sz="2150" dirty="0"/>
              <a:t>Engineering</a:t>
            </a:r>
            <a:r>
              <a:rPr sz="2150" spc="-90" dirty="0"/>
              <a:t> </a:t>
            </a:r>
            <a:r>
              <a:rPr sz="2150" spc="-10" dirty="0"/>
              <a:t>cheatsheets</a:t>
            </a:r>
            <a:endParaRPr sz="215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984" y="1188719"/>
            <a:ext cx="3380232" cy="507949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87140" y="1080516"/>
            <a:ext cx="4213860" cy="521512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41207" y="1120139"/>
            <a:ext cx="3736848" cy="514807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333333"/>
                </a:solidFill>
              </a:rPr>
              <a:t>General</a:t>
            </a:r>
            <a:r>
              <a:rPr sz="2150" spc="-130" dirty="0">
                <a:solidFill>
                  <a:srgbClr val="333333"/>
                </a:solidFill>
              </a:rPr>
              <a:t> </a:t>
            </a:r>
            <a:r>
              <a:rPr sz="2150" dirty="0">
                <a:solidFill>
                  <a:srgbClr val="333333"/>
                </a:solidFill>
              </a:rPr>
              <a:t>prompting</a:t>
            </a:r>
            <a:r>
              <a:rPr sz="2150" spc="-110" dirty="0">
                <a:solidFill>
                  <a:srgbClr val="333333"/>
                </a:solidFill>
              </a:rPr>
              <a:t> </a:t>
            </a:r>
            <a:r>
              <a:rPr sz="2150" spc="-20" dirty="0">
                <a:solidFill>
                  <a:srgbClr val="333333"/>
                </a:solidFill>
              </a:rPr>
              <a:t>Tips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283" y="1128420"/>
            <a:ext cx="10318115" cy="532384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423545" indent="-410845">
              <a:lnSpc>
                <a:spcPct val="100000"/>
              </a:lnSpc>
              <a:spcBef>
                <a:spcPts val="795"/>
              </a:spcBef>
              <a:buAutoNum type="arabicPeriod"/>
              <a:tabLst>
                <a:tab pos="423545" algn="l"/>
              </a:tabLst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latest</a:t>
            </a:r>
            <a:r>
              <a:rPr sz="16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423545" algn="l"/>
              </a:tabLst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Put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instructions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at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beginning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###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"""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separate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instruction</a:t>
            </a:r>
            <a:r>
              <a:rPr sz="16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423545" algn="l"/>
              </a:tabLst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specific,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descriptive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detailed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possible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about</a:t>
            </a:r>
            <a:r>
              <a:rPr sz="16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context,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outcome,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length,</a:t>
            </a:r>
            <a:r>
              <a:rPr sz="16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format,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style, 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etc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715"/>
              </a:spcBef>
              <a:buAutoNum type="arabicPeriod"/>
              <a:tabLst>
                <a:tab pos="423545" algn="l"/>
              </a:tabLst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Reduce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“fluffy”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imprecise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descriptions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423545" algn="l"/>
              </a:tabLst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context: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6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6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6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help</a:t>
            </a:r>
            <a:r>
              <a:rPr sz="16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understand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question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better.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423545" algn="l"/>
              </a:tabLst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Articulate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00" spc="-1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600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through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600" spc="-10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(example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1,</a:t>
            </a:r>
            <a:r>
              <a:rPr sz="1600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example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2).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423545" algn="l"/>
              </a:tabLst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Include</a:t>
            </a:r>
            <a:r>
              <a:rPr sz="16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600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sample</a:t>
            </a:r>
            <a:r>
              <a:rPr sz="16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answers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show</a:t>
            </a:r>
            <a:r>
              <a:rPr sz="16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you're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looking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for.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(Few-shot)</a:t>
            </a:r>
            <a:endParaRPr sz="1600">
              <a:latin typeface="Segoe UI"/>
              <a:cs typeface="Segoe UI"/>
            </a:endParaRPr>
          </a:p>
          <a:p>
            <a:pPr marL="424180" marR="262890" indent="-411480">
              <a:lnSpc>
                <a:spcPct val="136300"/>
              </a:lnSpc>
              <a:buAutoNum type="arabicPeriod"/>
              <a:tabLst>
                <a:tab pos="424180" algn="l"/>
              </a:tabLst>
            </a:pP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Iterative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approach: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Don't</a:t>
            </a:r>
            <a:r>
              <a:rPr sz="16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hesitate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iterate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refine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prompts.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Experiment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different</a:t>
            </a:r>
            <a:r>
              <a:rPr sz="16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phrasings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and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structures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see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which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ones</a:t>
            </a:r>
            <a:r>
              <a:rPr sz="16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yield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best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results.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423545" algn="l"/>
              </a:tabLst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Instead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just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saying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not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do,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say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do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instead</a:t>
            </a:r>
            <a:endParaRPr sz="1600">
              <a:latin typeface="Segoe UI"/>
              <a:cs typeface="Segoe UI"/>
            </a:endParaRPr>
          </a:p>
          <a:p>
            <a:pPr marL="478790" indent="-46609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478790" algn="l"/>
              </a:tabLst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Code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6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“leading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words”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nudge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toward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particular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pattern</a:t>
            </a:r>
            <a:endParaRPr sz="16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990"/>
              </a:spcBef>
              <a:buClr>
                <a:srgbClr val="333333"/>
              </a:buClr>
              <a:buFont typeface="Segoe UI"/>
              <a:buAutoNum type="arabicPeriod"/>
            </a:pP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333333"/>
                </a:solidFill>
                <a:latin typeface="Segoe UI"/>
                <a:cs typeface="Segoe UI"/>
              </a:rPr>
              <a:t>Resource</a:t>
            </a:r>
            <a:r>
              <a:rPr sz="1600" b="1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b="1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 dirty="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600">
              <a:latin typeface="Segoe UI"/>
              <a:cs typeface="Segoe UI"/>
            </a:endParaRPr>
          </a:p>
          <a:p>
            <a:pPr marL="299085" lvl="1" indent="-286385">
              <a:lnSpc>
                <a:spcPct val="100000"/>
              </a:lnSpc>
              <a:spcBef>
                <a:spcPts val="695"/>
              </a:spcBef>
              <a:buClr>
                <a:srgbClr val="333333"/>
              </a:buClr>
              <a:buFont typeface="Arial MT"/>
              <a:buChar char="•"/>
              <a:tabLst>
                <a:tab pos="299085" algn="l"/>
              </a:tabLst>
            </a:pP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2"/>
              </a:rPr>
              <a:t>https://www.promptingguide.ai/</a:t>
            </a:r>
            <a:endParaRPr sz="1600">
              <a:latin typeface="Segoe UI"/>
              <a:cs typeface="Segoe UI"/>
            </a:endParaRPr>
          </a:p>
          <a:p>
            <a:pPr marL="299085" lvl="1" indent="-286385">
              <a:lnSpc>
                <a:spcPct val="100000"/>
              </a:lnSpc>
              <a:spcBef>
                <a:spcPts val="705"/>
              </a:spcBef>
              <a:buClr>
                <a:srgbClr val="333333"/>
              </a:buClr>
              <a:buFont typeface="Arial MT"/>
              <a:buChar char="•"/>
              <a:tabLst>
                <a:tab pos="299085" algn="l"/>
              </a:tabLst>
            </a:pP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2"/>
              </a:rPr>
              <a:t>https://llmnanban.akmmusai.pro/Introductory/What-</a:t>
            </a:r>
            <a:r>
              <a:rPr sz="1600" u="sng" spc="-20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2"/>
              </a:rPr>
              <a:t>is-</a:t>
            </a: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2"/>
              </a:rPr>
              <a:t>a-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2"/>
              </a:rPr>
              <a:t>prompt/</a:t>
            </a:r>
            <a:endParaRPr sz="1600">
              <a:latin typeface="Segoe UI"/>
              <a:cs typeface="Segoe UI"/>
            </a:endParaRPr>
          </a:p>
          <a:p>
            <a:pPr marL="299085" lvl="1" indent="-286385">
              <a:lnSpc>
                <a:spcPct val="100000"/>
              </a:lnSpc>
              <a:spcBef>
                <a:spcPts val="700"/>
              </a:spcBef>
              <a:buClr>
                <a:srgbClr val="333333"/>
              </a:buClr>
              <a:buFont typeface="Arial MT"/>
              <a:buChar char="•"/>
              <a:tabLst>
                <a:tab pos="299085" algn="l"/>
              </a:tabLst>
            </a:pP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2"/>
              </a:rPr>
              <a:t>https://help.openai.com/en/articles/6654000-</a:t>
            </a:r>
            <a:r>
              <a:rPr sz="1600" u="sng" spc="-20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2"/>
              </a:rPr>
              <a:t>best-</a:t>
            </a: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2"/>
              </a:rPr>
              <a:t>practices-</a:t>
            </a:r>
            <a:r>
              <a:rPr sz="1600" u="sng" spc="-15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2"/>
              </a:rPr>
              <a:t>for-</a:t>
            </a: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2"/>
              </a:rPr>
              <a:t>prompt-engineering-with-</a:t>
            </a:r>
            <a:r>
              <a:rPr sz="1600" u="sng" spc="-35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2"/>
              </a:rPr>
              <a:t>openai-</a:t>
            </a: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E6211E"/>
                  </a:solidFill>
                </a:uFill>
                <a:latin typeface="Segoe UI"/>
                <a:cs typeface="Segoe UI"/>
                <a:hlinkClick r:id="rId2"/>
              </a:rPr>
              <a:t>api</a:t>
            </a:r>
            <a:endParaRPr sz="1600">
              <a:latin typeface="Segoe UI"/>
              <a:cs typeface="Segoe UI"/>
            </a:endParaRPr>
          </a:p>
        </p:txBody>
      </p:sp>
      <p:pic>
        <p:nvPicPr>
          <p:cNvPr id="4" name="object 4" descr="3,300+ Tips And Tricks Stock Photos, Pictures &amp; Royalty-Free Images -  iStock | Light bulb, Tips, Feedback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58043" y="228600"/>
            <a:ext cx="1772411" cy="11811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53945" y="2243454"/>
            <a:ext cx="8495030" cy="2115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675"/>
              </a:lnSpc>
              <a:spcBef>
                <a:spcPts val="100"/>
              </a:spcBef>
            </a:pPr>
            <a:r>
              <a:rPr sz="4800" b="0" dirty="0">
                <a:latin typeface="Segoe UI"/>
                <a:cs typeface="Segoe UI"/>
              </a:rPr>
              <a:t>Beyond</a:t>
            </a:r>
            <a:r>
              <a:rPr sz="4800" b="0" spc="-60" dirty="0">
                <a:latin typeface="Segoe UI"/>
                <a:cs typeface="Segoe UI"/>
              </a:rPr>
              <a:t> </a:t>
            </a:r>
            <a:r>
              <a:rPr sz="4800" b="0" dirty="0">
                <a:latin typeface="Segoe UI"/>
                <a:cs typeface="Segoe UI"/>
              </a:rPr>
              <a:t>Gen</a:t>
            </a:r>
            <a:r>
              <a:rPr sz="4800" b="0" spc="-60" dirty="0">
                <a:latin typeface="Segoe UI"/>
                <a:cs typeface="Segoe UI"/>
              </a:rPr>
              <a:t> </a:t>
            </a:r>
            <a:r>
              <a:rPr sz="4800" b="0" dirty="0">
                <a:latin typeface="Segoe UI"/>
                <a:cs typeface="Segoe UI"/>
              </a:rPr>
              <a:t>AI</a:t>
            </a:r>
            <a:r>
              <a:rPr sz="4800" b="0" spc="-50" dirty="0">
                <a:latin typeface="Segoe UI"/>
                <a:cs typeface="Segoe UI"/>
              </a:rPr>
              <a:t> </a:t>
            </a:r>
            <a:r>
              <a:rPr sz="4800" b="0" spc="-10" dirty="0">
                <a:latin typeface="Segoe UI"/>
                <a:cs typeface="Segoe UI"/>
              </a:rPr>
              <a:t>Tools:</a:t>
            </a:r>
            <a:endParaRPr sz="4800">
              <a:latin typeface="Segoe UI"/>
              <a:cs typeface="Segoe UI"/>
            </a:endParaRPr>
          </a:p>
          <a:p>
            <a:pPr marL="12700" marR="5080" algn="ctr">
              <a:lnSpc>
                <a:spcPts val="5100"/>
              </a:lnSpc>
              <a:spcBef>
                <a:spcPts val="635"/>
              </a:spcBef>
            </a:pPr>
            <a:r>
              <a:rPr sz="4800" b="0" dirty="0">
                <a:solidFill>
                  <a:srgbClr val="006FC0"/>
                </a:solidFill>
                <a:latin typeface="Segoe UI"/>
                <a:cs typeface="Segoe UI"/>
              </a:rPr>
              <a:t>The</a:t>
            </a:r>
            <a:r>
              <a:rPr sz="4800" b="0" spc="-13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4800" b="0" dirty="0">
                <a:solidFill>
                  <a:srgbClr val="006FC0"/>
                </a:solidFill>
                <a:latin typeface="Segoe UI"/>
                <a:cs typeface="Segoe UI"/>
              </a:rPr>
              <a:t>Future</a:t>
            </a:r>
            <a:r>
              <a:rPr sz="4800" b="0" spc="-13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4800" b="0" dirty="0">
                <a:solidFill>
                  <a:srgbClr val="006FC0"/>
                </a:solidFill>
                <a:latin typeface="Segoe UI"/>
                <a:cs typeface="Segoe UI"/>
              </a:rPr>
              <a:t>of</a:t>
            </a:r>
            <a:r>
              <a:rPr sz="4800" b="0" spc="-13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4800" b="0" dirty="0">
                <a:solidFill>
                  <a:srgbClr val="006FC0"/>
                </a:solidFill>
                <a:latin typeface="Segoe UI"/>
                <a:cs typeface="Segoe UI"/>
              </a:rPr>
              <a:t>Generative</a:t>
            </a:r>
            <a:r>
              <a:rPr sz="4800" b="0" spc="-13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4800" b="0" dirty="0">
                <a:solidFill>
                  <a:srgbClr val="006FC0"/>
                </a:solidFill>
                <a:latin typeface="Segoe UI"/>
                <a:cs typeface="Segoe UI"/>
              </a:rPr>
              <a:t>AI</a:t>
            </a:r>
            <a:r>
              <a:rPr sz="4800" b="0" spc="-14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4800" b="0" spc="-25" dirty="0">
                <a:solidFill>
                  <a:srgbClr val="006FC0"/>
                </a:solidFill>
                <a:latin typeface="Segoe UI"/>
                <a:cs typeface="Segoe UI"/>
              </a:rPr>
              <a:t>and </a:t>
            </a:r>
            <a:r>
              <a:rPr sz="4800" b="0" spc="-10" dirty="0">
                <a:solidFill>
                  <a:srgbClr val="006FC0"/>
                </a:solidFill>
                <a:latin typeface="Segoe UI"/>
                <a:cs typeface="Segoe UI"/>
              </a:rPr>
              <a:t>Emerging</a:t>
            </a:r>
            <a:r>
              <a:rPr sz="4800" b="0" spc="-31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4800" b="0" spc="-10" dirty="0">
                <a:solidFill>
                  <a:srgbClr val="006FC0"/>
                </a:solidFill>
                <a:latin typeface="Segoe UI"/>
                <a:cs typeface="Segoe UI"/>
              </a:rPr>
              <a:t>Technologies</a:t>
            </a:r>
            <a:endParaRPr sz="4800">
              <a:latin typeface="Segoe UI"/>
              <a:cs typeface="Segoe U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18559" y="4300728"/>
            <a:ext cx="4754880" cy="2342515"/>
            <a:chOff x="3718559" y="4300728"/>
            <a:chExt cx="4754880" cy="2342515"/>
          </a:xfrm>
        </p:grpSpPr>
        <p:sp>
          <p:nvSpPr>
            <p:cNvPr id="4" name="object 4"/>
            <p:cNvSpPr/>
            <p:nvPr/>
          </p:nvSpPr>
          <p:spPr>
            <a:xfrm>
              <a:off x="3718559" y="5524490"/>
              <a:ext cx="4754880" cy="27305"/>
            </a:xfrm>
            <a:custGeom>
              <a:avLst/>
              <a:gdLst/>
              <a:ahLst/>
              <a:cxnLst/>
              <a:rect l="l" t="t" r="r" b="b"/>
              <a:pathLst>
                <a:path w="4754880" h="27304">
                  <a:moveTo>
                    <a:pt x="4754880" y="0"/>
                  </a:moveTo>
                  <a:lnTo>
                    <a:pt x="0" y="0"/>
                  </a:lnTo>
                  <a:lnTo>
                    <a:pt x="0" y="26934"/>
                  </a:lnTo>
                  <a:lnTo>
                    <a:pt x="4754880" y="26934"/>
                  </a:lnTo>
                  <a:lnTo>
                    <a:pt x="4754880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 descr="Beyond simple productivity hacks: biggest value unlocks we've delivered  with AI | Calcey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0703" y="4300728"/>
              <a:ext cx="2933827" cy="2342515"/>
            </a:xfrm>
            <a:prstGeom prst="rect">
              <a:avLst/>
            </a:prstGeom>
          </p:spPr>
        </p:pic>
        <p:pic>
          <p:nvPicPr>
            <p:cNvPr id="6" name="object 6" descr="Beyond simple productivity hacks: biggest value unlocks we've delivered  with AI | Calcey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65775" y="4495800"/>
              <a:ext cx="2363724" cy="177241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501373" y="6453327"/>
            <a:ext cx="17526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7D7D7D"/>
                </a:solidFill>
                <a:latin typeface="Calibri"/>
                <a:cs typeface="Calibri"/>
              </a:rPr>
              <a:t>46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532" y="6345935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20">
                <a:moveTo>
                  <a:pt x="0" y="0"/>
                </a:moveTo>
                <a:lnTo>
                  <a:pt x="10516997" y="7124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532" y="1013460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19">
                <a:moveTo>
                  <a:pt x="0" y="0"/>
                </a:moveTo>
                <a:lnTo>
                  <a:pt x="10516997" y="7112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591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006FC0"/>
                </a:solidFill>
              </a:rPr>
              <a:t>Multimodal</a:t>
            </a:r>
            <a:r>
              <a:rPr sz="2400" spc="-60" dirty="0">
                <a:solidFill>
                  <a:srgbClr val="006FC0"/>
                </a:solidFill>
              </a:rPr>
              <a:t> </a:t>
            </a:r>
            <a:r>
              <a:rPr sz="2400" spc="-25" dirty="0">
                <a:solidFill>
                  <a:srgbClr val="006FC0"/>
                </a:solidFill>
              </a:rPr>
              <a:t>AI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7684495" y="3825699"/>
            <a:ext cx="3399154" cy="112776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40"/>
              </a:spcBef>
            </a:pP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tiple</a:t>
            </a:r>
            <a:r>
              <a:rPr sz="18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forms</a:t>
            </a:r>
            <a:r>
              <a:rPr sz="18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8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8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create</a:t>
            </a:r>
            <a:r>
              <a:rPr sz="18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endParaRPr sz="1800">
              <a:latin typeface="Segoe UI"/>
              <a:cs typeface="Segoe UI"/>
            </a:endParaRPr>
          </a:p>
          <a:p>
            <a:pPr marL="23495" marR="335915" indent="-24130">
              <a:lnSpc>
                <a:spcPct val="150000"/>
              </a:lnSpc>
              <a:spcBef>
                <a:spcPts val="5"/>
              </a:spcBef>
            </a:pP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nology</a:t>
            </a:r>
            <a:r>
              <a:rPr sz="18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advances,</a:t>
            </a:r>
            <a:r>
              <a:rPr sz="18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will</a:t>
            </a:r>
            <a:r>
              <a:rPr sz="18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impact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ore</a:t>
            </a:r>
            <a:r>
              <a:rPr sz="18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intuitive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Segoe UI"/>
                <a:cs typeface="Segoe UI"/>
              </a:rPr>
              <a:t>human-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8652" y="997711"/>
            <a:ext cx="9858375" cy="436816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800" b="1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800" b="1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Multimodal</a:t>
            </a:r>
            <a:r>
              <a:rPr sz="1800" b="1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spc="-25" dirty="0">
                <a:solidFill>
                  <a:srgbClr val="333333"/>
                </a:solidFill>
                <a:latin typeface="Segoe UI"/>
                <a:cs typeface="Segoe UI"/>
              </a:rPr>
              <a:t>AI?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Multimodal</a:t>
            </a:r>
            <a:r>
              <a:rPr sz="1800" spc="-10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refers</a:t>
            </a:r>
            <a:r>
              <a:rPr sz="18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artificial</a:t>
            </a:r>
            <a:r>
              <a:rPr sz="18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intelligence</a:t>
            </a:r>
            <a:r>
              <a:rPr sz="18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systems</a:t>
            </a:r>
            <a:r>
              <a:rPr sz="18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8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process</a:t>
            </a:r>
            <a:r>
              <a:rPr sz="18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generate</a:t>
            </a:r>
            <a:r>
              <a:rPr sz="18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outputs</a:t>
            </a:r>
            <a:r>
              <a:rPr sz="18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across</a:t>
            </a:r>
            <a:endParaRPr sz="1800">
              <a:latin typeface="Segoe UI"/>
              <a:cs typeface="Segoe UI"/>
            </a:endParaRPr>
          </a:p>
          <a:p>
            <a:pPr marL="12700" marR="24765">
              <a:lnSpc>
                <a:spcPct val="150000"/>
              </a:lnSpc>
            </a:pP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multiple</a:t>
            </a:r>
            <a:r>
              <a:rPr sz="18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8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types</a:t>
            </a:r>
            <a:r>
              <a:rPr sz="18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8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"modalities,"</a:t>
            </a:r>
            <a:r>
              <a:rPr sz="18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8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8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text,</a:t>
            </a:r>
            <a:r>
              <a:rPr sz="18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images,</a:t>
            </a:r>
            <a:r>
              <a:rPr sz="18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audio,</a:t>
            </a:r>
            <a:r>
              <a:rPr sz="18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video,</a:t>
            </a:r>
            <a:r>
              <a:rPr sz="18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more.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Unlike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traditional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8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8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focus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8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one</a:t>
            </a:r>
            <a:r>
              <a:rPr sz="18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type</a:t>
            </a:r>
            <a:r>
              <a:rPr sz="18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8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data,</a:t>
            </a:r>
            <a:r>
              <a:rPr sz="18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multimodal</a:t>
            </a:r>
            <a:r>
              <a:rPr sz="18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integrates</a:t>
            </a:r>
            <a:r>
              <a:rPr sz="18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various</a:t>
            </a:r>
            <a:r>
              <a:rPr sz="18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sources</a:t>
            </a:r>
            <a:r>
              <a:rPr sz="18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8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information, providing</a:t>
            </a:r>
            <a:r>
              <a:rPr sz="18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richer</a:t>
            </a:r>
            <a:r>
              <a:rPr sz="18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8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comprehensive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understanding</a:t>
            </a:r>
            <a:r>
              <a:rPr sz="18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8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world.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660"/>
              </a:spcBef>
            </a:pPr>
            <a:endParaRPr sz="1800">
              <a:latin typeface="Segoe UI"/>
              <a:cs typeface="Segoe UI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Why</a:t>
            </a:r>
            <a:r>
              <a:rPr sz="1800" b="1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8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Matters</a:t>
            </a:r>
            <a:endParaRPr sz="1800">
              <a:latin typeface="Segoe UI"/>
              <a:cs typeface="Segoe UI"/>
            </a:endParaRPr>
          </a:p>
          <a:p>
            <a:pPr marL="12700" algn="just">
              <a:lnSpc>
                <a:spcPct val="100000"/>
              </a:lnSpc>
              <a:spcBef>
                <a:spcPts val="680"/>
              </a:spcBef>
            </a:pP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Multimodal</a:t>
            </a:r>
            <a:r>
              <a:rPr sz="18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represents</a:t>
            </a:r>
            <a:r>
              <a:rPr sz="18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8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next</a:t>
            </a:r>
            <a:r>
              <a:rPr sz="18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evolution</a:t>
            </a:r>
            <a:r>
              <a:rPr sz="18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8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8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combining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Segoe UI"/>
                <a:cs typeface="Segoe UI"/>
              </a:rPr>
              <a:t>mul</a:t>
            </a:r>
            <a:endParaRPr sz="1800">
              <a:latin typeface="Segoe UI"/>
              <a:cs typeface="Segoe UI"/>
            </a:endParaRPr>
          </a:p>
          <a:p>
            <a:pPr marL="12700" marR="3041015" algn="just">
              <a:lnSpc>
                <a:spcPct val="150000"/>
              </a:lnSpc>
              <a:spcBef>
                <a:spcPts val="5"/>
              </a:spcBef>
            </a:pP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interactive,</a:t>
            </a:r>
            <a:r>
              <a:rPr sz="18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dynamic,</a:t>
            </a:r>
            <a:r>
              <a:rPr sz="18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contextually</a:t>
            </a:r>
            <a:r>
              <a:rPr sz="18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aware</a:t>
            </a:r>
            <a:r>
              <a:rPr sz="18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systems.</a:t>
            </a:r>
            <a:r>
              <a:rPr sz="1800" spc="-10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8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tech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industries</a:t>
            </a:r>
            <a:r>
              <a:rPr sz="18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8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healthcare,</a:t>
            </a:r>
            <a:r>
              <a:rPr sz="18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entertainment,</a:t>
            </a:r>
            <a:r>
              <a:rPr sz="18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marketing,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enabling</a:t>
            </a:r>
            <a:r>
              <a:rPr sz="18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m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interactions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8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machines.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6595" y="3828288"/>
            <a:ext cx="3555492" cy="236982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27532" y="6347459"/>
            <a:ext cx="519430" cy="26352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2384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254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62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591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6FC0"/>
                </a:solidFill>
              </a:rPr>
              <a:t>Foundation</a:t>
            </a:r>
            <a:r>
              <a:rPr sz="2400" spc="-85" dirty="0">
                <a:solidFill>
                  <a:srgbClr val="006FC0"/>
                </a:solidFill>
              </a:rPr>
              <a:t> </a:t>
            </a:r>
            <a:r>
              <a:rPr sz="2400" dirty="0">
                <a:solidFill>
                  <a:srgbClr val="006FC0"/>
                </a:solidFill>
              </a:rPr>
              <a:t>Models</a:t>
            </a:r>
            <a:r>
              <a:rPr sz="2400" spc="-45" dirty="0">
                <a:solidFill>
                  <a:srgbClr val="006FC0"/>
                </a:solidFill>
              </a:rPr>
              <a:t> </a:t>
            </a:r>
            <a:r>
              <a:rPr sz="2400" dirty="0">
                <a:solidFill>
                  <a:srgbClr val="006FC0"/>
                </a:solidFill>
              </a:rPr>
              <a:t>and</a:t>
            </a:r>
            <a:r>
              <a:rPr sz="2400" spc="-70" dirty="0">
                <a:solidFill>
                  <a:srgbClr val="006FC0"/>
                </a:solidFill>
              </a:rPr>
              <a:t> </a:t>
            </a:r>
            <a:r>
              <a:rPr sz="2400" spc="-40" dirty="0">
                <a:solidFill>
                  <a:srgbClr val="006FC0"/>
                </a:solidFill>
              </a:rPr>
              <a:t>Fine-</a:t>
            </a:r>
            <a:r>
              <a:rPr sz="2400" spc="-10" dirty="0">
                <a:solidFill>
                  <a:srgbClr val="006FC0"/>
                </a:solidFill>
              </a:rPr>
              <a:t>Tuning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47852" y="1009294"/>
            <a:ext cx="10373360" cy="56591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700"/>
              </a:spcBef>
            </a:pPr>
            <a:r>
              <a:rPr sz="1600" b="1" dirty="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600" b="1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00" b="1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 dirty="0">
                <a:solidFill>
                  <a:srgbClr val="333333"/>
                </a:solidFill>
                <a:latin typeface="Segoe UI"/>
                <a:cs typeface="Segoe UI"/>
              </a:rPr>
              <a:t>Foundation</a:t>
            </a:r>
            <a:r>
              <a:rPr sz="1600" b="1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 dirty="0">
                <a:solidFill>
                  <a:srgbClr val="333333"/>
                </a:solidFill>
                <a:latin typeface="Segoe UI"/>
                <a:cs typeface="Segoe UI"/>
              </a:rPr>
              <a:t>Models?</a:t>
            </a:r>
            <a:endParaRPr sz="1600">
              <a:latin typeface="Segoe UI"/>
              <a:cs typeface="Segoe UI"/>
            </a:endParaRPr>
          </a:p>
          <a:p>
            <a:pPr marL="63500">
              <a:lnSpc>
                <a:spcPct val="100000"/>
              </a:lnSpc>
              <a:spcBef>
                <a:spcPts val="600"/>
              </a:spcBef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Foundation</a:t>
            </a:r>
            <a:r>
              <a:rPr sz="16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large-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scale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6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pre-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trained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vast,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diverse</a:t>
            </a:r>
            <a:r>
              <a:rPr sz="16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datasets.</a:t>
            </a:r>
            <a:r>
              <a:rPr sz="1600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These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designed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endParaRPr sz="1600">
              <a:latin typeface="Segoe UI"/>
              <a:cs typeface="Segoe UI"/>
            </a:endParaRPr>
          </a:p>
          <a:p>
            <a:pPr marL="635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highly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generalizable,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providing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base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wide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range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downstream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tasks.</a:t>
            </a:r>
            <a:endParaRPr sz="1600">
              <a:latin typeface="Segoe UI"/>
              <a:cs typeface="Segoe UI"/>
            </a:endParaRPr>
          </a:p>
          <a:p>
            <a:pPr marL="635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6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foundation</a:t>
            </a:r>
            <a:r>
              <a:rPr sz="16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include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GPT-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4,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BERT,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CLIP.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These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versatile,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capable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handling</a:t>
            </a:r>
            <a:endParaRPr sz="1600">
              <a:latin typeface="Segoe UI"/>
              <a:cs typeface="Segoe UI"/>
            </a:endParaRPr>
          </a:p>
          <a:p>
            <a:pPr marL="635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various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types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text,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images,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audio.</a:t>
            </a:r>
            <a:endParaRPr sz="16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1600">
              <a:latin typeface="Segoe UI"/>
              <a:cs typeface="Segoe UI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1600" b="1" spc="-25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600" b="1" spc="-10" dirty="0">
                <a:solidFill>
                  <a:srgbClr val="333333"/>
                </a:solidFill>
                <a:latin typeface="Segoe UI"/>
                <a:cs typeface="Segoe UI"/>
              </a:rPr>
              <a:t>Tuning</a:t>
            </a:r>
            <a:endParaRPr sz="1600">
              <a:latin typeface="Segoe UI"/>
              <a:cs typeface="Segoe UI"/>
            </a:endParaRPr>
          </a:p>
          <a:p>
            <a:pPr marL="63500">
              <a:lnSpc>
                <a:spcPct val="100000"/>
              </a:lnSpc>
              <a:spcBef>
                <a:spcPts val="600"/>
              </a:spcBef>
            </a:pP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tuning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refers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process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customizing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pre-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trained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foundation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training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endParaRPr sz="1600">
              <a:latin typeface="Segoe UI"/>
              <a:cs typeface="Segoe UI"/>
            </a:endParaRPr>
          </a:p>
          <a:p>
            <a:pPr marL="635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additional,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domain-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600">
              <a:latin typeface="Segoe UI"/>
              <a:cs typeface="Segoe UI"/>
            </a:endParaRPr>
          </a:p>
          <a:p>
            <a:pPr marL="63500" marR="603885">
              <a:lnSpc>
                <a:spcPct val="150000"/>
              </a:lnSpc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approach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allows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organizations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adapt</a:t>
            </a:r>
            <a:r>
              <a:rPr sz="16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foundation</a:t>
            </a:r>
            <a:r>
              <a:rPr sz="16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needs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without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need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extensive retraining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scratch.</a:t>
            </a:r>
            <a:endParaRPr sz="1600">
              <a:latin typeface="Segoe UI"/>
              <a:cs typeface="Segoe UI"/>
            </a:endParaRPr>
          </a:p>
          <a:p>
            <a:pPr marL="63500" marR="30480">
              <a:lnSpc>
                <a:spcPct val="150000"/>
              </a:lnSpc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example,</a:t>
            </a:r>
            <a:r>
              <a:rPr sz="16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general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language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GPT</a:t>
            </a:r>
            <a:r>
              <a:rPr sz="16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tuned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better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handle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finance-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related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text,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resulting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in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FinBERT.</a:t>
            </a:r>
            <a:endParaRPr sz="1600">
              <a:latin typeface="Segoe UI"/>
              <a:cs typeface="Segoe UI"/>
            </a:endParaRPr>
          </a:p>
          <a:p>
            <a:pPr marL="63500">
              <a:lnSpc>
                <a:spcPts val="1760"/>
              </a:lnSpc>
              <a:spcBef>
                <a:spcPts val="35"/>
              </a:spcBef>
            </a:pPr>
            <a:r>
              <a:rPr sz="1600" b="1" dirty="0">
                <a:solidFill>
                  <a:srgbClr val="333333"/>
                </a:solidFill>
                <a:latin typeface="Segoe UI"/>
                <a:cs typeface="Segoe UI"/>
              </a:rPr>
              <a:t>Benefits</a:t>
            </a:r>
            <a:r>
              <a:rPr sz="16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00" b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25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600" b="1" spc="-10" dirty="0">
                <a:solidFill>
                  <a:srgbClr val="333333"/>
                </a:solidFill>
                <a:latin typeface="Segoe UI"/>
                <a:cs typeface="Segoe UI"/>
              </a:rPr>
              <a:t>Tuning</a:t>
            </a:r>
            <a:endParaRPr sz="1600">
              <a:latin typeface="Segoe UI"/>
              <a:cs typeface="Segoe UI"/>
            </a:endParaRPr>
          </a:p>
          <a:p>
            <a:pPr marL="349885" indent="-286385">
              <a:lnSpc>
                <a:spcPts val="1550"/>
              </a:lnSpc>
              <a:buFont typeface="Arial MT"/>
              <a:buChar char="•"/>
              <a:tabLst>
                <a:tab pos="349885" algn="l"/>
              </a:tabLst>
            </a:pPr>
            <a:r>
              <a:rPr sz="1600" b="1" spc="-20" dirty="0">
                <a:solidFill>
                  <a:srgbClr val="333333"/>
                </a:solidFill>
                <a:latin typeface="Segoe UI"/>
                <a:cs typeface="Segoe UI"/>
              </a:rPr>
              <a:t>Customization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6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tuning enhances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model’s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performance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applications,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making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endParaRPr sz="1600">
              <a:latin typeface="Segoe UI"/>
              <a:cs typeface="Segoe UI"/>
            </a:endParaRPr>
          </a:p>
          <a:p>
            <a:pPr marL="349885">
              <a:lnSpc>
                <a:spcPts val="1460"/>
              </a:lnSpc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niche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cases.</a:t>
            </a:r>
            <a:endParaRPr sz="1600">
              <a:latin typeface="Segoe UI"/>
              <a:cs typeface="Segoe UI"/>
            </a:endParaRPr>
          </a:p>
          <a:p>
            <a:pPr marL="163830" indent="-100330">
              <a:lnSpc>
                <a:spcPts val="1500"/>
              </a:lnSpc>
              <a:buClr>
                <a:srgbClr val="333333"/>
              </a:buClr>
              <a:buSzPct val="152380"/>
              <a:buFont typeface="Arial MT"/>
              <a:buChar char="•"/>
              <a:tabLst>
                <a:tab pos="163830" algn="l"/>
              </a:tabLst>
            </a:pPr>
            <a:r>
              <a:rPr sz="1575" baseline="-42328" dirty="0">
                <a:solidFill>
                  <a:srgbClr val="FFFFFF"/>
                </a:solidFill>
                <a:latin typeface="Segoe UI"/>
                <a:cs typeface="Segoe UI"/>
              </a:rPr>
              <a:t>63</a:t>
            </a:r>
            <a:r>
              <a:rPr sz="1575" spc="82" baseline="-42328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b="1" spc="-10" dirty="0">
                <a:solidFill>
                  <a:srgbClr val="333333"/>
                </a:solidFill>
                <a:latin typeface="Segoe UI"/>
                <a:cs typeface="Segoe UI"/>
              </a:rPr>
              <a:t>Efficiency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6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requires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less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computational</a:t>
            </a:r>
            <a:r>
              <a:rPr sz="16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power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compared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training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scratch.</a:t>
            </a:r>
            <a:endParaRPr sz="1600">
              <a:latin typeface="Segoe UI"/>
              <a:cs typeface="Segoe UI"/>
            </a:endParaRPr>
          </a:p>
          <a:p>
            <a:pPr marL="349885" indent="-286385">
              <a:lnSpc>
                <a:spcPts val="1750"/>
              </a:lnSpc>
              <a:buFont typeface="Arial MT"/>
              <a:buChar char="•"/>
              <a:tabLst>
                <a:tab pos="349885" algn="l"/>
              </a:tabLst>
            </a:pPr>
            <a:r>
              <a:rPr sz="1600" b="1" spc="-10" dirty="0">
                <a:solidFill>
                  <a:srgbClr val="333333"/>
                </a:solidFill>
                <a:latin typeface="Segoe UI"/>
                <a:cs typeface="Segoe UI"/>
              </a:rPr>
              <a:t>Scalability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600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tuned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deployed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across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various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domains,</a:t>
            </a:r>
            <a:r>
              <a:rPr sz="16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healthcare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finance</a:t>
            </a:r>
            <a:r>
              <a:rPr sz="16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beyond.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39550" y="6620967"/>
            <a:ext cx="4222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5" name="object 5" descr="Fine Tuning in Generative AI. What? Why ?How ? | by Sagar Patil | Artificial  Intelligence in Plain English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4361" y="2702115"/>
            <a:ext cx="4819838" cy="74181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591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006FC0"/>
                </a:solidFill>
              </a:rPr>
              <a:t>Retrieval-</a:t>
            </a:r>
            <a:r>
              <a:rPr sz="2400" spc="-10" dirty="0">
                <a:solidFill>
                  <a:srgbClr val="006FC0"/>
                </a:solidFill>
              </a:rPr>
              <a:t>Augmented</a:t>
            </a:r>
            <a:r>
              <a:rPr sz="2400" spc="-110" dirty="0">
                <a:solidFill>
                  <a:srgbClr val="006FC0"/>
                </a:solidFill>
              </a:rPr>
              <a:t> </a:t>
            </a:r>
            <a:r>
              <a:rPr sz="2400" dirty="0">
                <a:solidFill>
                  <a:srgbClr val="006FC0"/>
                </a:solidFill>
              </a:rPr>
              <a:t>Generation</a:t>
            </a:r>
            <a:r>
              <a:rPr sz="2400" spc="-95" dirty="0">
                <a:solidFill>
                  <a:srgbClr val="006FC0"/>
                </a:solidFill>
              </a:rPr>
              <a:t> </a:t>
            </a:r>
            <a:r>
              <a:rPr sz="2400" spc="-10" dirty="0">
                <a:solidFill>
                  <a:srgbClr val="006FC0"/>
                </a:solidFill>
              </a:rPr>
              <a:t>(RAG)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98652" y="1019657"/>
            <a:ext cx="10082530" cy="218694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400" b="1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20" dirty="0">
                <a:solidFill>
                  <a:srgbClr val="333333"/>
                </a:solidFill>
                <a:latin typeface="Segoe UI"/>
                <a:cs typeface="Segoe UI"/>
              </a:rPr>
              <a:t>RAG?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Retrieval-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Augmented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(RAG)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enhances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language</a:t>
            </a:r>
            <a:r>
              <a:rPr sz="1400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model's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capabilities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allowing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access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external</a:t>
            </a:r>
            <a:r>
              <a:rPr sz="14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sources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real-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time.</a:t>
            </a:r>
            <a:endParaRPr sz="1400">
              <a:latin typeface="Segoe UI"/>
              <a:cs typeface="Segoe UI"/>
            </a:endParaRPr>
          </a:p>
          <a:p>
            <a:pPr marL="12700" marR="95885">
              <a:lnSpc>
                <a:spcPct val="150000"/>
              </a:lnSpc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works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retrieving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400" spc="-10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databases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other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sources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combining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user's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query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generate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a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contextually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accurate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up-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to-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date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endParaRPr sz="1400">
              <a:latin typeface="Segoe UI"/>
              <a:cs typeface="Segoe UI"/>
            </a:endParaRPr>
          </a:p>
          <a:p>
            <a:pPr marL="12700" marR="557530">
              <a:lnSpc>
                <a:spcPct val="150000"/>
              </a:lnSpc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particularly</a:t>
            </a:r>
            <a:r>
              <a:rPr sz="14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useful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dealing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constantly</a:t>
            </a:r>
            <a:r>
              <a:rPr sz="14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evolving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fields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healthcare</a:t>
            </a:r>
            <a:r>
              <a:rPr sz="14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finance,</a:t>
            </a:r>
            <a:r>
              <a:rPr sz="14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accessing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latest information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crucial.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9955" y="3429000"/>
            <a:ext cx="11547475" cy="3391535"/>
            <a:chOff x="409955" y="3429000"/>
            <a:chExt cx="11547475" cy="33915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9955" y="3521903"/>
              <a:ext cx="8001000" cy="32980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027" y="3717036"/>
              <a:ext cx="7431024" cy="2727960"/>
            </a:xfrm>
            <a:prstGeom prst="rect">
              <a:avLst/>
            </a:prstGeom>
          </p:spPr>
        </p:pic>
        <p:pic>
          <p:nvPicPr>
            <p:cNvPr id="7" name="object 7" descr="Best Practices in Retrieval Augmented Generation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74736" y="3429000"/>
              <a:ext cx="3782568" cy="22098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98931" y="6355850"/>
            <a:ext cx="16256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64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591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006FC0"/>
                </a:solidFill>
              </a:rPr>
              <a:t>Retrieval-</a:t>
            </a:r>
            <a:r>
              <a:rPr sz="2400" spc="-10" dirty="0">
                <a:solidFill>
                  <a:srgbClr val="006FC0"/>
                </a:solidFill>
              </a:rPr>
              <a:t>Augmented</a:t>
            </a:r>
            <a:r>
              <a:rPr sz="2400" spc="-110" dirty="0">
                <a:solidFill>
                  <a:srgbClr val="006FC0"/>
                </a:solidFill>
              </a:rPr>
              <a:t> </a:t>
            </a:r>
            <a:r>
              <a:rPr sz="2400" dirty="0">
                <a:solidFill>
                  <a:srgbClr val="006FC0"/>
                </a:solidFill>
              </a:rPr>
              <a:t>Generation</a:t>
            </a:r>
            <a:r>
              <a:rPr sz="2400" spc="-95" dirty="0">
                <a:solidFill>
                  <a:srgbClr val="006FC0"/>
                </a:solidFill>
              </a:rPr>
              <a:t> </a:t>
            </a:r>
            <a:r>
              <a:rPr sz="2400" spc="-10" dirty="0">
                <a:solidFill>
                  <a:srgbClr val="006FC0"/>
                </a:solidFill>
              </a:rPr>
              <a:t>(RAG)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998931" y="6355850"/>
            <a:ext cx="16256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65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1752" y="6469907"/>
            <a:ext cx="2830830" cy="29527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healthcare-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related</a:t>
            </a:r>
            <a:r>
              <a:rPr sz="160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applications.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5240" y="1241831"/>
            <a:ext cx="10413365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solidFill>
                  <a:srgbClr val="FF0000"/>
                </a:solidFill>
                <a:latin typeface="Segoe UI"/>
                <a:cs typeface="Segoe UI"/>
              </a:rPr>
              <a:t>RAG</a:t>
            </a:r>
            <a:r>
              <a:rPr sz="1600" b="1" spc="-3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ideal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need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real-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time,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dynamic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external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sources,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making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well-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suited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tasks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answering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questions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generating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text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based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current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knowledge.</a:t>
            </a:r>
            <a:endParaRPr sz="16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Segoe UI"/>
                <a:cs typeface="Segoe UI"/>
              </a:rPr>
              <a:t>Use</a:t>
            </a:r>
            <a:r>
              <a:rPr sz="1600" u="sng" spc="-45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Segoe UI"/>
                <a:cs typeface="Segoe UI"/>
              </a:rPr>
              <a:t> </a:t>
            </a:r>
            <a:r>
              <a:rPr sz="1600" u="sng" spc="-20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Segoe UI"/>
                <a:cs typeface="Segoe UI"/>
              </a:rPr>
              <a:t>Case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endParaRPr sz="1600">
              <a:latin typeface="Segoe UI"/>
              <a:cs typeface="Segoe UI"/>
            </a:endParaRPr>
          </a:p>
          <a:p>
            <a:pPr marL="299085" marR="686435" indent="-287020">
              <a:lnSpc>
                <a:spcPts val="2880"/>
              </a:lnSpc>
              <a:spcBef>
                <a:spcPts val="254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solidFill>
                  <a:srgbClr val="006FC0"/>
                </a:solidFill>
                <a:latin typeface="Segoe UI"/>
                <a:cs typeface="Segoe UI"/>
              </a:rPr>
              <a:t>Question</a:t>
            </a:r>
            <a:r>
              <a:rPr sz="1600" spc="-4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006FC0"/>
                </a:solidFill>
                <a:latin typeface="Segoe UI"/>
                <a:cs typeface="Segoe UI"/>
              </a:rPr>
              <a:t>Answering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applications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chatbots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virtual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assistants,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used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retrieve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contextually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documents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generate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precise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6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responses.Content</a:t>
            </a:r>
            <a:endParaRPr sz="1600">
              <a:latin typeface="Segoe UI"/>
              <a:cs typeface="Segoe UI"/>
            </a:endParaRPr>
          </a:p>
          <a:p>
            <a:pPr marL="299085" marR="234315" indent="-287020">
              <a:lnSpc>
                <a:spcPts val="288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solidFill>
                  <a:srgbClr val="006FC0"/>
                </a:solidFill>
                <a:latin typeface="Segoe UI"/>
                <a:cs typeface="Segoe UI"/>
              </a:rPr>
              <a:t>Generation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6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generating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content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based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external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knowledge,</a:t>
            </a:r>
            <a:r>
              <a:rPr sz="16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RAG</a:t>
            </a:r>
            <a:r>
              <a:rPr sz="16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pull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facts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6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the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itself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may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not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have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encoded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during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training.</a:t>
            </a:r>
            <a:endParaRPr sz="16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95"/>
              </a:spcBef>
              <a:buFont typeface="Arial MT"/>
              <a:buChar char="•"/>
            </a:pPr>
            <a:endParaRPr sz="1600">
              <a:latin typeface="Segoe UI"/>
              <a:cs typeface="Segoe UI"/>
            </a:endParaRPr>
          </a:p>
          <a:p>
            <a:pPr marL="299085" marR="174625" indent="-287020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b="1" spc="-10" dirty="0">
                <a:solidFill>
                  <a:srgbClr val="FF0000"/>
                </a:solidFill>
                <a:latin typeface="Segoe UI"/>
                <a:cs typeface="Segoe UI"/>
              </a:rPr>
              <a:t>Fine-</a:t>
            </a:r>
            <a:r>
              <a:rPr sz="1600" b="1" dirty="0">
                <a:solidFill>
                  <a:srgbClr val="FF0000"/>
                </a:solidFill>
                <a:latin typeface="Segoe UI"/>
                <a:cs typeface="Segoe UI"/>
              </a:rPr>
              <a:t>tuning</a:t>
            </a:r>
            <a:r>
              <a:rPr sz="1600" b="1" spc="-3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best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task-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6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optimization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needs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adapted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particular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domain,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using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fixed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dataset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without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requiring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dynamic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external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knowledge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 retrieval.</a:t>
            </a:r>
            <a:endParaRPr sz="16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Segoe UI"/>
                <a:cs typeface="Segoe UI"/>
              </a:rPr>
              <a:t>Use</a:t>
            </a:r>
            <a:r>
              <a:rPr sz="1600" u="sng" spc="-45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Segoe UI"/>
                <a:cs typeface="Segoe UI"/>
              </a:rPr>
              <a:t> </a:t>
            </a:r>
            <a:r>
              <a:rPr sz="1600" u="sng" spc="-20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Segoe UI"/>
                <a:cs typeface="Segoe UI"/>
              </a:rPr>
              <a:t>Case:</a:t>
            </a:r>
            <a:endParaRPr sz="16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solidFill>
                  <a:srgbClr val="4F81BC"/>
                </a:solidFill>
                <a:latin typeface="Segoe UI"/>
                <a:cs typeface="Segoe UI"/>
              </a:rPr>
              <a:t>NLP</a:t>
            </a:r>
            <a:r>
              <a:rPr sz="1600" spc="-25" dirty="0">
                <a:solidFill>
                  <a:srgbClr val="4F81BC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4F81BC"/>
                </a:solidFill>
                <a:latin typeface="Segoe UI"/>
                <a:cs typeface="Segoe UI"/>
              </a:rPr>
              <a:t>Tasks:</a:t>
            </a:r>
            <a:r>
              <a:rPr sz="1600" spc="-30" dirty="0">
                <a:solidFill>
                  <a:srgbClr val="4F81BC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tuning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widely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used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text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classification,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named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entity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recognition,</a:t>
            </a:r>
            <a:r>
              <a:rPr sz="16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translation,</a:t>
            </a:r>
            <a:endParaRPr sz="1600">
              <a:latin typeface="Segoe UI"/>
              <a:cs typeface="Segoe UI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where the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task-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dataset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available.</a:t>
            </a:r>
            <a:endParaRPr sz="16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solidFill>
                  <a:srgbClr val="4F81BC"/>
                </a:solidFill>
                <a:latin typeface="Segoe UI"/>
                <a:cs typeface="Segoe UI"/>
              </a:rPr>
              <a:t>Domain</a:t>
            </a:r>
            <a:r>
              <a:rPr sz="1600" spc="-45" dirty="0">
                <a:solidFill>
                  <a:srgbClr val="4F81BC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4F81BC"/>
                </a:solidFill>
                <a:latin typeface="Segoe UI"/>
                <a:cs typeface="Segoe UI"/>
              </a:rPr>
              <a:t>Adaptation:</a:t>
            </a:r>
            <a:r>
              <a:rPr sz="1600" spc="-35" dirty="0">
                <a:solidFill>
                  <a:srgbClr val="4F81BC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example,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might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tuned</a:t>
            </a:r>
            <a:r>
              <a:rPr sz="16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medical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texts</a:t>
            </a:r>
            <a:r>
              <a:rPr sz="16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improve</a:t>
            </a:r>
            <a:r>
              <a:rPr sz="16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6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performance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591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4F81BC"/>
                </a:solidFill>
              </a:rPr>
              <a:t>Extending</a:t>
            </a:r>
            <a:r>
              <a:rPr sz="2400" spc="-65" dirty="0">
                <a:solidFill>
                  <a:srgbClr val="4F81BC"/>
                </a:solidFill>
              </a:rPr>
              <a:t> </a:t>
            </a:r>
            <a:r>
              <a:rPr sz="2400" dirty="0">
                <a:solidFill>
                  <a:srgbClr val="4F81BC"/>
                </a:solidFill>
              </a:rPr>
              <a:t>AI</a:t>
            </a:r>
            <a:r>
              <a:rPr sz="2400" spc="-90" dirty="0">
                <a:solidFill>
                  <a:srgbClr val="4F81BC"/>
                </a:solidFill>
              </a:rPr>
              <a:t> </a:t>
            </a:r>
            <a:r>
              <a:rPr sz="2400" dirty="0">
                <a:solidFill>
                  <a:srgbClr val="4F81BC"/>
                </a:solidFill>
              </a:rPr>
              <a:t>Models:</a:t>
            </a:r>
            <a:r>
              <a:rPr sz="2400" spc="-75" dirty="0">
                <a:solidFill>
                  <a:srgbClr val="4F81BC"/>
                </a:solidFill>
              </a:rPr>
              <a:t> </a:t>
            </a:r>
            <a:r>
              <a:rPr sz="2400" dirty="0">
                <a:solidFill>
                  <a:srgbClr val="4F81BC"/>
                </a:solidFill>
              </a:rPr>
              <a:t>AI</a:t>
            </a:r>
            <a:r>
              <a:rPr sz="2400" spc="-90" dirty="0">
                <a:solidFill>
                  <a:srgbClr val="4F81BC"/>
                </a:solidFill>
              </a:rPr>
              <a:t> </a:t>
            </a:r>
            <a:r>
              <a:rPr sz="2400" dirty="0">
                <a:solidFill>
                  <a:srgbClr val="4F81BC"/>
                </a:solidFill>
              </a:rPr>
              <a:t>Model</a:t>
            </a:r>
            <a:r>
              <a:rPr sz="2400" spc="-60" dirty="0">
                <a:solidFill>
                  <a:srgbClr val="4F81BC"/>
                </a:solidFill>
              </a:rPr>
              <a:t> </a:t>
            </a:r>
            <a:r>
              <a:rPr sz="2400" dirty="0">
                <a:solidFill>
                  <a:srgbClr val="4F81BC"/>
                </a:solidFill>
              </a:rPr>
              <a:t>APIs</a:t>
            </a:r>
            <a:r>
              <a:rPr sz="2400" spc="-105" dirty="0">
                <a:solidFill>
                  <a:srgbClr val="4F81BC"/>
                </a:solidFill>
              </a:rPr>
              <a:t> </a:t>
            </a:r>
            <a:r>
              <a:rPr sz="2400" dirty="0">
                <a:solidFill>
                  <a:srgbClr val="4F81BC"/>
                </a:solidFill>
              </a:rPr>
              <a:t>and</a:t>
            </a:r>
            <a:r>
              <a:rPr sz="2400" spc="-90" dirty="0">
                <a:solidFill>
                  <a:srgbClr val="4F81BC"/>
                </a:solidFill>
              </a:rPr>
              <a:t> </a:t>
            </a:r>
            <a:r>
              <a:rPr sz="2400" spc="-10" dirty="0">
                <a:solidFill>
                  <a:srgbClr val="4F81BC"/>
                </a:solidFill>
              </a:rPr>
              <a:t>Developer</a:t>
            </a:r>
            <a:r>
              <a:rPr sz="2400" spc="-70" dirty="0">
                <a:solidFill>
                  <a:srgbClr val="4F81BC"/>
                </a:solidFill>
              </a:rPr>
              <a:t> </a:t>
            </a:r>
            <a:r>
              <a:rPr sz="2400" spc="-10" dirty="0">
                <a:solidFill>
                  <a:srgbClr val="4F81BC"/>
                </a:solidFill>
              </a:rPr>
              <a:t>Tools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98652" y="1019657"/>
            <a:ext cx="10225405" cy="553466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b="1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b="1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20" dirty="0">
                <a:solidFill>
                  <a:srgbClr val="333333"/>
                </a:solidFill>
                <a:latin typeface="Segoe UI"/>
                <a:cs typeface="Segoe UI"/>
              </a:rPr>
              <a:t>APIs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There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various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APIs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developers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integrate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sophisticated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capabilities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software</a:t>
            </a:r>
            <a:r>
              <a:rPr sz="14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applications.</a:t>
            </a:r>
            <a:r>
              <a:rPr sz="14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These</a:t>
            </a:r>
            <a:endParaRPr sz="1400">
              <a:latin typeface="Segoe UI"/>
              <a:cs typeface="Segoe UI"/>
            </a:endParaRPr>
          </a:p>
          <a:p>
            <a:pPr marL="12700" marR="5080">
              <a:lnSpc>
                <a:spcPct val="150000"/>
              </a:lnSpc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APIs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pre-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trained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text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generation,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image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recognition,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language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translation,</a:t>
            </a:r>
            <a:r>
              <a:rPr sz="1400" spc="-10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more.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These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APIs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25" dirty="0">
                <a:solidFill>
                  <a:srgbClr val="333333"/>
                </a:solidFill>
                <a:latin typeface="Segoe UI"/>
                <a:cs typeface="Segoe UI"/>
              </a:rPr>
              <a:t>l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ow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developers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extend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applications</a:t>
            </a:r>
            <a:r>
              <a:rPr sz="14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calling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powerful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via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simple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API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requests,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without</a:t>
            </a:r>
            <a:r>
              <a:rPr sz="1400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needing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develop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train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themselves.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include:</a:t>
            </a:r>
            <a:endParaRPr sz="1400">
              <a:latin typeface="Segoe UI"/>
              <a:cs typeface="Segoe UI"/>
            </a:endParaRPr>
          </a:p>
          <a:p>
            <a:pPr marL="299085" marR="690880" indent="-287020">
              <a:lnSpc>
                <a:spcPct val="148600"/>
              </a:lnSpc>
              <a:spcBef>
                <a:spcPts val="204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OpenAI</a:t>
            </a:r>
            <a:r>
              <a:rPr sz="1400" b="1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API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Powers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applications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language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4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GPT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text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generation,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summarization,</a:t>
            </a:r>
            <a:r>
              <a:rPr sz="14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and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conversation.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91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Google</a:t>
            </a:r>
            <a:r>
              <a:rPr sz="1400" b="1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Cloud</a:t>
            </a:r>
            <a:r>
              <a:rPr sz="1400" b="1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b="1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API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Offers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machine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learning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vision,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language,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structured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333333"/>
                </a:solidFill>
                <a:latin typeface="Segoe UI"/>
                <a:cs typeface="Segoe UI"/>
              </a:rPr>
              <a:t>Microsoft</a:t>
            </a:r>
            <a:r>
              <a:rPr sz="1400" b="1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Azure</a:t>
            </a:r>
            <a:r>
              <a:rPr sz="14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Cognitive</a:t>
            </a:r>
            <a:r>
              <a:rPr sz="1400" b="1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Services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: Provides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APIs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vision,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speech,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language,</a:t>
            </a:r>
            <a:r>
              <a:rPr sz="1400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decision-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making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capabilities.</a:t>
            </a:r>
            <a:endParaRPr sz="1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320"/>
              </a:spcBef>
              <a:buClr>
                <a:srgbClr val="333333"/>
              </a:buClr>
              <a:buFont typeface="Arial MT"/>
              <a:buChar char="•"/>
            </a:pP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333333"/>
                </a:solidFill>
                <a:latin typeface="Segoe UI"/>
                <a:cs typeface="Segoe UI"/>
              </a:rPr>
              <a:t>Developer</a:t>
            </a:r>
            <a:r>
              <a:rPr sz="1400" b="1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20" dirty="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Several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help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developers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create,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deploy,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tune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efficiently: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30" dirty="0">
                <a:solidFill>
                  <a:srgbClr val="333333"/>
                </a:solidFill>
                <a:latin typeface="Segoe UI"/>
                <a:cs typeface="Segoe UI"/>
              </a:rPr>
              <a:t>TensorFlow</a:t>
            </a:r>
            <a:r>
              <a:rPr sz="1400" b="1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b="1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20" dirty="0">
                <a:solidFill>
                  <a:srgbClr val="333333"/>
                </a:solidFill>
                <a:latin typeface="Segoe UI"/>
                <a:cs typeface="Segoe UI"/>
              </a:rPr>
              <a:t>PyTorch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Open-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source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machine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learning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frameworks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allow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developers</a:t>
            </a:r>
            <a:r>
              <a:rPr sz="140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build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train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custom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models.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Hugging</a:t>
            </a:r>
            <a:r>
              <a:rPr sz="1400" b="1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"/>
                <a:cs typeface="Segoe UI"/>
              </a:rPr>
              <a:t>Face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platform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offering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thousands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pre-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trained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NLP,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vision,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other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fields,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enabling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quick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fine-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tuning</a:t>
            </a:r>
            <a:endParaRPr sz="1400">
              <a:latin typeface="Segoe UI"/>
              <a:cs typeface="Segoe UI"/>
            </a:endParaRP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deployment.</a:t>
            </a:r>
            <a:endParaRPr sz="1400">
              <a:latin typeface="Segoe UI"/>
              <a:cs typeface="Segoe UI"/>
            </a:endParaRPr>
          </a:p>
          <a:p>
            <a:pPr marL="298450" marR="13970" indent="-286385">
              <a:lnSpc>
                <a:spcPts val="2770"/>
              </a:lnSpc>
              <a:spcBef>
                <a:spcPts val="300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b="1" spc="-10" dirty="0">
                <a:solidFill>
                  <a:srgbClr val="333333"/>
                </a:solidFill>
                <a:latin typeface="Segoe UI"/>
                <a:cs typeface="Segoe UI"/>
              </a:rPr>
              <a:t>LangChain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400" spc="-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framework</a:t>
            </a:r>
            <a:r>
              <a:rPr sz="14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building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applications</a:t>
            </a:r>
            <a:r>
              <a:rPr sz="14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4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integrate</a:t>
            </a:r>
            <a:r>
              <a:rPr sz="14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multiple</a:t>
            </a:r>
            <a:r>
              <a:rPr sz="14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workflows,</a:t>
            </a:r>
            <a:r>
              <a:rPr sz="14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making</a:t>
            </a:r>
            <a:r>
              <a:rPr sz="14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easier</a:t>
            </a:r>
            <a:r>
              <a:rPr sz="14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manage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deploy</a:t>
            </a:r>
            <a:r>
              <a:rPr sz="14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complex</a:t>
            </a:r>
            <a:r>
              <a:rPr sz="14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Segoe UI"/>
                <a:cs typeface="Segoe UI"/>
              </a:rPr>
              <a:t>AI-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based</a:t>
            </a:r>
            <a:r>
              <a:rPr sz="14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solutions.</a:t>
            </a:r>
            <a:endParaRPr sz="1400">
              <a:latin typeface="Segoe UI"/>
              <a:cs typeface="Segoe UI"/>
            </a:endParaRPr>
          </a:p>
          <a:p>
            <a:pPr marL="112395">
              <a:lnSpc>
                <a:spcPts val="740"/>
              </a:lnSpc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66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70758" y="2322067"/>
            <a:ext cx="6642100" cy="19081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19835" marR="5080" indent="-1207770">
              <a:lnSpc>
                <a:spcPts val="6900"/>
              </a:lnSpc>
              <a:spcBef>
                <a:spcPts val="1180"/>
              </a:spcBef>
            </a:pPr>
            <a:r>
              <a:rPr sz="6600" dirty="0">
                <a:solidFill>
                  <a:srgbClr val="000000"/>
                </a:solidFill>
              </a:rPr>
              <a:t>Data</a:t>
            </a:r>
            <a:r>
              <a:rPr sz="6600" spc="-85" dirty="0">
                <a:solidFill>
                  <a:srgbClr val="000000"/>
                </a:solidFill>
              </a:rPr>
              <a:t> </a:t>
            </a:r>
            <a:r>
              <a:rPr sz="6600" dirty="0">
                <a:solidFill>
                  <a:srgbClr val="000000"/>
                </a:solidFill>
              </a:rPr>
              <a:t>privacy</a:t>
            </a:r>
            <a:r>
              <a:rPr sz="6600" spc="-75" dirty="0">
                <a:solidFill>
                  <a:srgbClr val="000000"/>
                </a:solidFill>
              </a:rPr>
              <a:t> </a:t>
            </a:r>
            <a:r>
              <a:rPr sz="6600" spc="-25" dirty="0">
                <a:solidFill>
                  <a:srgbClr val="000000"/>
                </a:solidFill>
              </a:rPr>
              <a:t>and </a:t>
            </a:r>
            <a:r>
              <a:rPr sz="6600" spc="-10" dirty="0">
                <a:solidFill>
                  <a:srgbClr val="000000"/>
                </a:solidFill>
              </a:rPr>
              <a:t>limitations</a:t>
            </a:r>
            <a:endParaRPr sz="6600"/>
          </a:p>
        </p:txBody>
      </p:sp>
      <p:grpSp>
        <p:nvGrpSpPr>
          <p:cNvPr id="3" name="object 3"/>
          <p:cNvGrpSpPr/>
          <p:nvPr/>
        </p:nvGrpSpPr>
        <p:grpSpPr>
          <a:xfrm>
            <a:off x="3718559" y="4058348"/>
            <a:ext cx="4754880" cy="2533015"/>
            <a:chOff x="3718559" y="4058348"/>
            <a:chExt cx="4754880" cy="2533015"/>
          </a:xfrm>
        </p:grpSpPr>
        <p:sp>
          <p:nvSpPr>
            <p:cNvPr id="4" name="object 4"/>
            <p:cNvSpPr/>
            <p:nvPr/>
          </p:nvSpPr>
          <p:spPr>
            <a:xfrm>
              <a:off x="3718559" y="5524489"/>
              <a:ext cx="4754880" cy="27305"/>
            </a:xfrm>
            <a:custGeom>
              <a:avLst/>
              <a:gdLst/>
              <a:ahLst/>
              <a:cxnLst/>
              <a:rect l="l" t="t" r="r" b="b"/>
              <a:pathLst>
                <a:path w="4754880" h="27304">
                  <a:moveTo>
                    <a:pt x="4754880" y="0"/>
                  </a:moveTo>
                  <a:lnTo>
                    <a:pt x="0" y="0"/>
                  </a:lnTo>
                  <a:lnTo>
                    <a:pt x="0" y="26934"/>
                  </a:lnTo>
                  <a:lnTo>
                    <a:pt x="4754880" y="26934"/>
                  </a:lnTo>
                  <a:lnTo>
                    <a:pt x="4754880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 descr="What is Data Security? Types, Risks, Standards - Validity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5755" y="4058348"/>
              <a:ext cx="2904744" cy="2533015"/>
            </a:xfrm>
            <a:prstGeom prst="rect">
              <a:avLst/>
            </a:prstGeom>
          </p:spPr>
        </p:pic>
        <p:pic>
          <p:nvPicPr>
            <p:cNvPr id="6" name="object 6" descr="What is Data Security? Types, Risks, Standards - Validity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0827" y="4253483"/>
              <a:ext cx="2334768" cy="196291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501373" y="6418579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7D7D7D"/>
                </a:solidFill>
                <a:latin typeface="Calibri"/>
                <a:cs typeface="Calibri"/>
              </a:rPr>
              <a:t>54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532" y="6345935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20">
                <a:moveTo>
                  <a:pt x="0" y="0"/>
                </a:moveTo>
                <a:lnTo>
                  <a:pt x="10516997" y="7124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532" y="1013460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19">
                <a:moveTo>
                  <a:pt x="0" y="0"/>
                </a:moveTo>
                <a:lnTo>
                  <a:pt x="10516997" y="7112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8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333333"/>
                </a:solidFill>
              </a:rPr>
              <a:t>Data</a:t>
            </a:r>
            <a:r>
              <a:rPr spc="10" dirty="0">
                <a:solidFill>
                  <a:srgbClr val="333333"/>
                </a:solidFill>
              </a:rPr>
              <a:t> </a:t>
            </a:r>
            <a:r>
              <a:rPr dirty="0">
                <a:solidFill>
                  <a:srgbClr val="333333"/>
                </a:solidFill>
              </a:rPr>
              <a:t>security</a:t>
            </a:r>
            <a:r>
              <a:rPr spc="-5" dirty="0">
                <a:solidFill>
                  <a:srgbClr val="333333"/>
                </a:solidFill>
              </a:rPr>
              <a:t> </a:t>
            </a:r>
            <a:r>
              <a:rPr dirty="0">
                <a:solidFill>
                  <a:srgbClr val="333333"/>
                </a:solidFill>
              </a:rPr>
              <a:t>and</a:t>
            </a:r>
            <a:r>
              <a:rPr spc="20" dirty="0">
                <a:solidFill>
                  <a:srgbClr val="333333"/>
                </a:solidFill>
              </a:rPr>
              <a:t> </a:t>
            </a:r>
            <a:r>
              <a:rPr dirty="0">
                <a:solidFill>
                  <a:srgbClr val="333333"/>
                </a:solidFill>
              </a:rPr>
              <a:t>privacy</a:t>
            </a:r>
            <a:r>
              <a:rPr spc="20" dirty="0">
                <a:solidFill>
                  <a:srgbClr val="333333"/>
                </a:solidFill>
              </a:rPr>
              <a:t> </a:t>
            </a:r>
            <a:r>
              <a:rPr dirty="0">
                <a:solidFill>
                  <a:srgbClr val="333333"/>
                </a:solidFill>
              </a:rPr>
              <a:t>guidelines</a:t>
            </a:r>
            <a:r>
              <a:rPr spc="-15" dirty="0">
                <a:solidFill>
                  <a:srgbClr val="333333"/>
                </a:solidFill>
              </a:rPr>
              <a:t> </a:t>
            </a:r>
            <a:r>
              <a:rPr dirty="0">
                <a:solidFill>
                  <a:srgbClr val="333333"/>
                </a:solidFill>
              </a:rPr>
              <a:t>for</a:t>
            </a:r>
            <a:r>
              <a:rPr spc="10" dirty="0">
                <a:solidFill>
                  <a:srgbClr val="333333"/>
                </a:solidFill>
              </a:rPr>
              <a:t> </a:t>
            </a:r>
            <a:r>
              <a:rPr dirty="0">
                <a:solidFill>
                  <a:srgbClr val="333333"/>
                </a:solidFill>
              </a:rPr>
              <a:t>using</a:t>
            </a:r>
            <a:r>
              <a:rPr spc="-10" dirty="0">
                <a:solidFill>
                  <a:srgbClr val="333333"/>
                </a:solidFill>
              </a:rPr>
              <a:t> </a:t>
            </a:r>
            <a:r>
              <a:rPr dirty="0">
                <a:solidFill>
                  <a:srgbClr val="333333"/>
                </a:solidFill>
              </a:rPr>
              <a:t>AI</a:t>
            </a:r>
            <a:r>
              <a:rPr spc="30" dirty="0">
                <a:solidFill>
                  <a:srgbClr val="333333"/>
                </a:solidFill>
              </a:rPr>
              <a:t> </a:t>
            </a:r>
            <a:r>
              <a:rPr spc="-10" dirty="0">
                <a:solidFill>
                  <a:srgbClr val="333333"/>
                </a:solidFill>
              </a:rPr>
              <a:t>tools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7532" y="6347459"/>
            <a:ext cx="520065" cy="2641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238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55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7283" y="1132408"/>
            <a:ext cx="10539730" cy="4348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ts val="1975"/>
              </a:lnSpc>
              <a:spcBef>
                <a:spcPts val="105"/>
              </a:spcBef>
            </a:pP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Rules</a:t>
            </a:r>
            <a:r>
              <a:rPr sz="1650" b="1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b="1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consider when</a:t>
            </a:r>
            <a:r>
              <a:rPr sz="1650" b="1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dealing</a:t>
            </a:r>
            <a:r>
              <a:rPr sz="1650" b="1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b="1" spc="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spc="-10" dirty="0">
                <a:solidFill>
                  <a:srgbClr val="333333"/>
                </a:solidFill>
                <a:latin typeface="Segoe UI"/>
                <a:cs typeface="Segoe UI"/>
              </a:rPr>
              <a:t>tools:</a:t>
            </a:r>
            <a:endParaRPr sz="1650">
              <a:latin typeface="Segoe UI"/>
              <a:cs typeface="Segoe UI"/>
            </a:endParaRPr>
          </a:p>
          <a:p>
            <a:pPr marL="355600" marR="8890" indent="-342900" algn="just">
              <a:lnSpc>
                <a:spcPts val="2000"/>
              </a:lnSpc>
              <a:spcBef>
                <a:spcPts val="45"/>
              </a:spcBef>
              <a:buFont typeface="Arial MT"/>
              <a:buChar char="•"/>
              <a:tabLst>
                <a:tab pos="355600" algn="l"/>
                <a:tab pos="360680" algn="l"/>
              </a:tabLst>
            </a:pP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50" b="1" spc="229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mindful</a:t>
            </a:r>
            <a:r>
              <a:rPr sz="1650" b="1" spc="2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2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b="1" spc="2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b="1" spc="2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b="1" spc="2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share:</a:t>
            </a:r>
            <a:r>
              <a:rPr sz="1650" b="1" spc="2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Some</a:t>
            </a:r>
            <a:r>
              <a:rPr sz="1650" spc="2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2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spc="2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may</a:t>
            </a:r>
            <a:r>
              <a:rPr sz="1650" spc="2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50" spc="2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2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2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229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submit</a:t>
            </a:r>
            <a:r>
              <a:rPr sz="1650" spc="229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spc="2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50" spc="229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training,</a:t>
            </a:r>
            <a:r>
              <a:rPr sz="1650" spc="2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Segoe UI"/>
                <a:cs typeface="Segoe UI"/>
              </a:rPr>
              <a:t>and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some</a:t>
            </a:r>
            <a:r>
              <a:rPr sz="1650" spc="2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store</a:t>
            </a:r>
            <a:r>
              <a:rPr sz="1650" spc="2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50" spc="2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prompts.</a:t>
            </a:r>
            <a:r>
              <a:rPr sz="1650" spc="2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Therefore,</a:t>
            </a:r>
            <a:r>
              <a:rPr sz="1650" spc="2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limit</a:t>
            </a:r>
            <a:r>
              <a:rPr sz="1650" spc="2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2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2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2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share</a:t>
            </a:r>
            <a:r>
              <a:rPr sz="1650" spc="2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spc="2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2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tools,</a:t>
            </a:r>
            <a:r>
              <a:rPr sz="1650" spc="2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650" spc="2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spc="2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50" spc="2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name,</a:t>
            </a:r>
            <a:r>
              <a:rPr sz="1650" spc="2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personal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information,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work</a:t>
            </a:r>
            <a:r>
              <a:rPr sz="1650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information,</a:t>
            </a:r>
            <a:r>
              <a:rPr sz="1650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company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name,</a:t>
            </a:r>
            <a:r>
              <a:rPr sz="1650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any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other</a:t>
            </a:r>
            <a:r>
              <a:rPr sz="1650" spc="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confidential</a:t>
            </a:r>
            <a:r>
              <a:rPr sz="1650" spc="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650">
              <a:latin typeface="Segoe UI"/>
              <a:cs typeface="Segoe UI"/>
            </a:endParaRPr>
          </a:p>
          <a:p>
            <a:pPr marL="355600" marR="5080" indent="-342900" algn="just">
              <a:lnSpc>
                <a:spcPct val="102200"/>
              </a:lnSpc>
              <a:spcBef>
                <a:spcPts val="1830"/>
              </a:spcBef>
              <a:buFont typeface="Arial MT"/>
              <a:buChar char="•"/>
              <a:tabLst>
                <a:tab pos="355600" algn="l"/>
                <a:tab pos="360680" algn="l"/>
              </a:tabLst>
            </a:pP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Don't</a:t>
            </a:r>
            <a:r>
              <a:rPr sz="1650" b="1" spc="1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trust</a:t>
            </a:r>
            <a:r>
              <a:rPr sz="1650" b="1" spc="1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b="1" spc="1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50" b="1" spc="1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1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b="1" spc="1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b="1" spc="1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blindly:</a:t>
            </a:r>
            <a:r>
              <a:rPr sz="1650" b="1" spc="1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1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50" spc="1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1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1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spc="1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spc="1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not</a:t>
            </a:r>
            <a:r>
              <a:rPr sz="1650" spc="1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always</a:t>
            </a:r>
            <a:r>
              <a:rPr sz="1650" spc="1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correct.</a:t>
            </a:r>
            <a:r>
              <a:rPr sz="1650" spc="1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1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may</a:t>
            </a:r>
            <a:r>
              <a:rPr sz="1650" spc="1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receive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incorrect</a:t>
            </a:r>
            <a:r>
              <a:rPr sz="1650" spc="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data,</a:t>
            </a:r>
            <a:r>
              <a:rPr sz="1650" spc="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some</a:t>
            </a:r>
            <a:r>
              <a:rPr sz="1650" spc="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tools,</a:t>
            </a:r>
            <a:r>
              <a:rPr sz="1650" spc="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650" spc="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ChatGPT,</a:t>
            </a:r>
            <a:r>
              <a:rPr sz="1650" spc="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50" spc="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limited</a:t>
            </a:r>
            <a:r>
              <a:rPr sz="1650" spc="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650" spc="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9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650" spc="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were</a:t>
            </a:r>
            <a:r>
              <a:rPr sz="1650" spc="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trained</a:t>
            </a:r>
            <a:r>
              <a:rPr sz="1650" spc="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on.</a:t>
            </a:r>
            <a:r>
              <a:rPr sz="1650" spc="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Therefore,</a:t>
            </a:r>
            <a:r>
              <a:rPr sz="1650" spc="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Segoe UI"/>
                <a:cs typeface="Segoe UI"/>
              </a:rPr>
              <a:t>you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should</a:t>
            </a:r>
            <a:r>
              <a:rPr sz="1650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always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double-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check</a:t>
            </a:r>
            <a:r>
              <a:rPr sz="1650" spc="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50" spc="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before</a:t>
            </a:r>
            <a:r>
              <a:rPr sz="165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using</a:t>
            </a:r>
            <a:r>
              <a:rPr sz="1650" spc="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Segoe UI"/>
                <a:cs typeface="Segoe UI"/>
              </a:rPr>
              <a:t>it.</a:t>
            </a:r>
            <a:endParaRPr sz="1650">
              <a:latin typeface="Segoe UI"/>
              <a:cs typeface="Segoe UI"/>
            </a:endParaRPr>
          </a:p>
          <a:p>
            <a:pPr marL="355600" marR="10795" indent="-342900" algn="just">
              <a:lnSpc>
                <a:spcPct val="102400"/>
              </a:lnSpc>
              <a:spcBef>
                <a:spcPts val="1980"/>
              </a:spcBef>
              <a:buFont typeface="Arial MT"/>
              <a:buChar char="•"/>
              <a:tabLst>
                <a:tab pos="355600" algn="l"/>
                <a:tab pos="360680" algn="l"/>
              </a:tabLst>
            </a:pP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50" b="1" spc="2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aware</a:t>
            </a:r>
            <a:r>
              <a:rPr sz="1650" b="1" spc="2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2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b="1" spc="2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limitations</a:t>
            </a:r>
            <a:r>
              <a:rPr sz="1650" b="1" spc="2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2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b="1" spc="20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tools:</a:t>
            </a:r>
            <a:r>
              <a:rPr sz="1650" b="1" spc="2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650" spc="2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50" spc="2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not</a:t>
            </a:r>
            <a:r>
              <a:rPr sz="1650" spc="2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perfect,</a:t>
            </a:r>
            <a:r>
              <a:rPr sz="1650" spc="2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2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650" spc="2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2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make</a:t>
            </a:r>
            <a:r>
              <a:rPr sz="1650" spc="2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mistakes,</a:t>
            </a:r>
            <a:r>
              <a:rPr sz="1650" spc="2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650" spc="2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2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Segoe UI"/>
                <a:cs typeface="Segoe UI"/>
              </a:rPr>
              <a:t>be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biased,</a:t>
            </a:r>
            <a:r>
              <a:rPr sz="1650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much</a:t>
            </a:r>
            <a:r>
              <a:rPr sz="1650" spc="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limitations.</a:t>
            </a:r>
            <a:endParaRPr sz="1650">
              <a:latin typeface="Segoe UI"/>
              <a:cs typeface="Segoe UI"/>
            </a:endParaRPr>
          </a:p>
          <a:p>
            <a:pPr marL="355600" marR="6985" indent="-342900" algn="just">
              <a:lnSpc>
                <a:spcPct val="101899"/>
              </a:lnSpc>
              <a:spcBef>
                <a:spcPts val="2000"/>
              </a:spcBef>
              <a:buFont typeface="Arial MT"/>
              <a:buChar char="•"/>
              <a:tabLst>
                <a:tab pos="355600" algn="l"/>
                <a:tab pos="360680" algn="l"/>
              </a:tabLst>
            </a:pP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Read</a:t>
            </a:r>
            <a:r>
              <a:rPr sz="1650" b="1" spc="1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b="1" spc="1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terms</a:t>
            </a:r>
            <a:r>
              <a:rPr sz="1650" b="1" spc="1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1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service</a:t>
            </a:r>
            <a:r>
              <a:rPr sz="1650" b="1" spc="1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b="1" spc="1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privacy</a:t>
            </a:r>
            <a:r>
              <a:rPr sz="1650" b="1" spc="1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policy</a:t>
            </a:r>
            <a:r>
              <a:rPr sz="1650" b="1" spc="1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carefully:</a:t>
            </a:r>
            <a:r>
              <a:rPr sz="1650" b="1" spc="1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650" spc="1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will</a:t>
            </a:r>
            <a:r>
              <a:rPr sz="1650" spc="1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help</a:t>
            </a:r>
            <a:r>
              <a:rPr sz="1650" spc="1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1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understand</a:t>
            </a:r>
            <a:r>
              <a:rPr sz="1650" spc="1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650" spc="1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50" spc="1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1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333333"/>
                </a:solidFill>
                <a:latin typeface="Segoe UI"/>
                <a:cs typeface="Segoe UI"/>
              </a:rPr>
              <a:t>will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Segoe UI"/>
                <a:cs typeface="Segoe UI"/>
              </a:rPr>
              <a:t>used.</a:t>
            </a:r>
            <a:endParaRPr sz="1650">
              <a:latin typeface="Segoe UI"/>
              <a:cs typeface="Segoe UI"/>
            </a:endParaRPr>
          </a:p>
          <a:p>
            <a:pPr marL="355600" marR="8255" indent="-342900" algn="just">
              <a:lnSpc>
                <a:spcPct val="101800"/>
              </a:lnSpc>
              <a:spcBef>
                <a:spcPts val="2005"/>
              </a:spcBef>
              <a:buFont typeface="Arial MT"/>
              <a:buChar char="•"/>
              <a:tabLst>
                <a:tab pos="355600" algn="l"/>
                <a:tab pos="360680" algn="l"/>
              </a:tabLst>
            </a:pP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Only</a:t>
            </a:r>
            <a:r>
              <a:rPr sz="1650" b="1" spc="3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50" b="1" spc="3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b="1" spc="3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b="1" spc="3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650" b="1" spc="3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reputable</a:t>
            </a:r>
            <a:r>
              <a:rPr sz="1650" b="1" spc="3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Segoe UI"/>
                <a:cs typeface="Segoe UI"/>
              </a:rPr>
              <a:t>companies:</a:t>
            </a:r>
            <a:r>
              <a:rPr sz="1650" b="1" spc="3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These</a:t>
            </a:r>
            <a:r>
              <a:rPr sz="1650" spc="3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companies</a:t>
            </a:r>
            <a:r>
              <a:rPr sz="1650" spc="3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50" spc="3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650" spc="3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likely</a:t>
            </a:r>
            <a:r>
              <a:rPr sz="1650" spc="3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spc="3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have</a:t>
            </a:r>
            <a:r>
              <a:rPr sz="1650" spc="3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safeguards</a:t>
            </a:r>
            <a:r>
              <a:rPr sz="1650" spc="3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Segoe UI"/>
                <a:cs typeface="Segoe UI"/>
              </a:rPr>
              <a:t>in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place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spc="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protect</a:t>
            </a:r>
            <a:r>
              <a:rPr sz="1650" spc="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5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66670" y="2322067"/>
            <a:ext cx="8033384" cy="19081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16660" marR="5080" indent="-1204595">
              <a:lnSpc>
                <a:spcPts val="6900"/>
              </a:lnSpc>
              <a:spcBef>
                <a:spcPts val="1180"/>
              </a:spcBef>
            </a:pPr>
            <a:r>
              <a:rPr sz="6600" dirty="0">
                <a:solidFill>
                  <a:srgbClr val="000000"/>
                </a:solidFill>
              </a:rPr>
              <a:t>Use</a:t>
            </a:r>
            <a:r>
              <a:rPr sz="6600" spc="-80" dirty="0">
                <a:solidFill>
                  <a:srgbClr val="000000"/>
                </a:solidFill>
              </a:rPr>
              <a:t> </a:t>
            </a:r>
            <a:r>
              <a:rPr sz="6600" dirty="0">
                <a:solidFill>
                  <a:srgbClr val="000000"/>
                </a:solidFill>
              </a:rPr>
              <a:t>cases</a:t>
            </a:r>
            <a:r>
              <a:rPr sz="6600" spc="-90" dirty="0">
                <a:solidFill>
                  <a:srgbClr val="000000"/>
                </a:solidFill>
              </a:rPr>
              <a:t> </a:t>
            </a:r>
            <a:r>
              <a:rPr sz="6600" dirty="0">
                <a:solidFill>
                  <a:srgbClr val="000000"/>
                </a:solidFill>
              </a:rPr>
              <a:t>in</a:t>
            </a:r>
            <a:r>
              <a:rPr sz="6600" spc="-80" dirty="0">
                <a:solidFill>
                  <a:srgbClr val="000000"/>
                </a:solidFill>
              </a:rPr>
              <a:t> </a:t>
            </a:r>
            <a:r>
              <a:rPr sz="6600" spc="-10" dirty="0">
                <a:solidFill>
                  <a:srgbClr val="000000"/>
                </a:solidFill>
              </a:rPr>
              <a:t>training </a:t>
            </a:r>
            <a:r>
              <a:rPr sz="6600" dirty="0">
                <a:solidFill>
                  <a:srgbClr val="000000"/>
                </a:solidFill>
              </a:rPr>
              <a:t>and</a:t>
            </a:r>
            <a:r>
              <a:rPr sz="6600" spc="-40" dirty="0">
                <a:solidFill>
                  <a:srgbClr val="000000"/>
                </a:solidFill>
              </a:rPr>
              <a:t> </a:t>
            </a:r>
            <a:r>
              <a:rPr sz="6600" spc="-10" dirty="0">
                <a:solidFill>
                  <a:srgbClr val="000000"/>
                </a:solidFill>
              </a:rPr>
              <a:t>education</a:t>
            </a:r>
            <a:endParaRPr sz="6600"/>
          </a:p>
        </p:txBody>
      </p:sp>
      <p:grpSp>
        <p:nvGrpSpPr>
          <p:cNvPr id="3" name="object 3"/>
          <p:cNvGrpSpPr/>
          <p:nvPr/>
        </p:nvGrpSpPr>
        <p:grpSpPr>
          <a:xfrm>
            <a:off x="3718559" y="4419600"/>
            <a:ext cx="4754880" cy="1620520"/>
            <a:chOff x="3718559" y="4419600"/>
            <a:chExt cx="4754880" cy="1620520"/>
          </a:xfrm>
        </p:grpSpPr>
        <p:sp>
          <p:nvSpPr>
            <p:cNvPr id="4" name="object 4"/>
            <p:cNvSpPr/>
            <p:nvPr/>
          </p:nvSpPr>
          <p:spPr>
            <a:xfrm>
              <a:off x="3718559" y="5524489"/>
              <a:ext cx="4754880" cy="27305"/>
            </a:xfrm>
            <a:custGeom>
              <a:avLst/>
              <a:gdLst/>
              <a:ahLst/>
              <a:cxnLst/>
              <a:rect l="l" t="t" r="r" b="b"/>
              <a:pathLst>
                <a:path w="4754880" h="27304">
                  <a:moveTo>
                    <a:pt x="4754880" y="0"/>
                  </a:moveTo>
                  <a:lnTo>
                    <a:pt x="0" y="0"/>
                  </a:lnTo>
                  <a:lnTo>
                    <a:pt x="0" y="26934"/>
                  </a:lnTo>
                  <a:lnTo>
                    <a:pt x="4754880" y="26934"/>
                  </a:lnTo>
                  <a:lnTo>
                    <a:pt x="4754880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27091" y="4419600"/>
              <a:ext cx="2430780" cy="162001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1501373" y="6418579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7D7D7D"/>
                </a:solidFill>
                <a:latin typeface="Calibri"/>
                <a:cs typeface="Calibri"/>
              </a:rPr>
              <a:t>56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635" y="526160"/>
            <a:ext cx="71780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solidFill>
                  <a:srgbClr val="000000"/>
                </a:solidFill>
                <a:latin typeface="Arial MT"/>
                <a:cs typeface="Arial MT"/>
              </a:rPr>
              <a:t>Use</a:t>
            </a:r>
            <a:r>
              <a:rPr sz="54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5400" b="0" dirty="0">
                <a:solidFill>
                  <a:srgbClr val="000000"/>
                </a:solidFill>
                <a:latin typeface="Arial MT"/>
                <a:cs typeface="Arial MT"/>
              </a:rPr>
              <a:t>cases</a:t>
            </a:r>
            <a:r>
              <a:rPr sz="5400"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5400" b="0" dirty="0">
                <a:solidFill>
                  <a:srgbClr val="000000"/>
                </a:solidFill>
                <a:latin typeface="Arial MT"/>
                <a:cs typeface="Arial MT"/>
              </a:rPr>
              <a:t>in</a:t>
            </a:r>
            <a:r>
              <a:rPr sz="54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5400" b="0" spc="-10" dirty="0">
                <a:solidFill>
                  <a:srgbClr val="000000"/>
                </a:solidFill>
                <a:latin typeface="Arial MT"/>
                <a:cs typeface="Arial MT"/>
              </a:rPr>
              <a:t>Education</a:t>
            </a:r>
            <a:endParaRPr sz="5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261" y="1635251"/>
            <a:ext cx="11174323" cy="990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5383" y="1734438"/>
            <a:ext cx="10382885" cy="390334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5"/>
              </a:spcBef>
              <a:buChar char="•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Creating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plans,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paths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content.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sz="1800" spc="-25" dirty="0">
                <a:latin typeface="Arial MT"/>
                <a:cs typeface="Arial MT"/>
              </a:rPr>
              <a:t>Self-</a:t>
            </a:r>
            <a:r>
              <a:rPr sz="1800" dirty="0">
                <a:latin typeface="Arial MT"/>
                <a:cs typeface="Arial MT"/>
              </a:rPr>
              <a:t>assessment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exercises</a:t>
            </a:r>
            <a:r>
              <a:rPr sz="1800" spc="6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enabling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students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assess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their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comprehension of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studies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topics.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Char char="•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Generating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questions,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exams,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interview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questions,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quizzes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assignments.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Char char="•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Answering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trainees’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questions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virtual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mentor.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Char char="•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Language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learning, translation,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conversational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practice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40" dirty="0">
                <a:latin typeface="Arial MT"/>
                <a:cs typeface="Arial MT"/>
              </a:rPr>
              <a:t>real-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language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feedback.</a:t>
            </a:r>
            <a:endParaRPr sz="1800">
              <a:latin typeface="Arial MT"/>
              <a:cs typeface="Arial MT"/>
            </a:endParaRPr>
          </a:p>
          <a:p>
            <a:pPr marL="241300" marR="5080" indent="-228600">
              <a:lnSpc>
                <a:spcPts val="191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sz="1800" dirty="0">
                <a:latin typeface="Arial MT"/>
                <a:cs typeface="Arial MT"/>
              </a:rPr>
              <a:t>Simplified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Explanation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explaining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complex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topics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very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easy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customized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students’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level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background.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765"/>
              </a:spcBef>
              <a:buChar char="•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Finding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fixing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errors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bugs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trainees’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code</a:t>
            </a:r>
            <a:endParaRPr sz="1800">
              <a:latin typeface="Arial MT"/>
              <a:cs typeface="Arial MT"/>
            </a:endParaRPr>
          </a:p>
          <a:p>
            <a:pPr marL="241300" marR="1026160" indent="-228600">
              <a:lnSpc>
                <a:spcPts val="2100"/>
              </a:lnSpc>
              <a:spcBef>
                <a:spcPts val="87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Soft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skills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Practicing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communication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skills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acting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conversation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partner,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practicing </a:t>
            </a:r>
            <a:r>
              <a:rPr sz="1800" dirty="0">
                <a:latin typeface="Arial MT"/>
                <a:cs typeface="Arial MT"/>
              </a:rPr>
              <a:t>interviewing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skills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simulating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interviews,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creating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CVs.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Freelancing: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Help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creating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profiles,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writing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good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proposals,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conversations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clients.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18515" y="1258900"/>
            <a:ext cx="668147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333333"/>
                </a:solidFill>
              </a:rPr>
              <a:t>Use</a:t>
            </a:r>
            <a:r>
              <a:rPr sz="5000" spc="-80" dirty="0">
                <a:solidFill>
                  <a:srgbClr val="333333"/>
                </a:solidFill>
              </a:rPr>
              <a:t> </a:t>
            </a:r>
            <a:r>
              <a:rPr sz="5000" dirty="0">
                <a:solidFill>
                  <a:srgbClr val="333333"/>
                </a:solidFill>
              </a:rPr>
              <a:t>cases</a:t>
            </a:r>
            <a:r>
              <a:rPr sz="5000" spc="-40" dirty="0">
                <a:solidFill>
                  <a:srgbClr val="333333"/>
                </a:solidFill>
              </a:rPr>
              <a:t> </a:t>
            </a:r>
            <a:r>
              <a:rPr sz="5000" dirty="0">
                <a:solidFill>
                  <a:srgbClr val="333333"/>
                </a:solidFill>
              </a:rPr>
              <a:t>for</a:t>
            </a:r>
            <a:r>
              <a:rPr sz="5000" spc="-30" dirty="0">
                <a:solidFill>
                  <a:srgbClr val="333333"/>
                </a:solidFill>
              </a:rPr>
              <a:t> </a:t>
            </a:r>
            <a:r>
              <a:rPr sz="5000" spc="-10" dirty="0">
                <a:solidFill>
                  <a:srgbClr val="333333"/>
                </a:solidFill>
              </a:rPr>
              <a:t>learning:</a:t>
            </a:r>
            <a:endParaRPr sz="5000"/>
          </a:p>
        </p:txBody>
      </p:sp>
      <p:grpSp>
        <p:nvGrpSpPr>
          <p:cNvPr id="3" name="object 3"/>
          <p:cNvGrpSpPr/>
          <p:nvPr/>
        </p:nvGrpSpPr>
        <p:grpSpPr>
          <a:xfrm>
            <a:off x="739140" y="2356104"/>
            <a:ext cx="4285615" cy="86995"/>
            <a:chOff x="739140" y="2356104"/>
            <a:chExt cx="4285615" cy="86995"/>
          </a:xfrm>
        </p:grpSpPr>
        <p:sp>
          <p:nvSpPr>
            <p:cNvPr id="4" name="object 4"/>
            <p:cNvSpPr/>
            <p:nvPr/>
          </p:nvSpPr>
          <p:spPr>
            <a:xfrm>
              <a:off x="758952" y="2382011"/>
              <a:ext cx="4244340" cy="48895"/>
            </a:xfrm>
            <a:custGeom>
              <a:avLst/>
              <a:gdLst/>
              <a:ahLst/>
              <a:cxnLst/>
              <a:rect l="l" t="t" r="r" b="b"/>
              <a:pathLst>
                <a:path w="4244340" h="48894">
                  <a:moveTo>
                    <a:pt x="111340" y="22987"/>
                  </a:moveTo>
                  <a:lnTo>
                    <a:pt x="85902" y="21590"/>
                  </a:lnTo>
                  <a:lnTo>
                    <a:pt x="43091" y="18161"/>
                  </a:lnTo>
                  <a:lnTo>
                    <a:pt x="457" y="13716"/>
                  </a:lnTo>
                  <a:lnTo>
                    <a:pt x="0" y="21844"/>
                  </a:lnTo>
                  <a:lnTo>
                    <a:pt x="1219" y="24511"/>
                  </a:lnTo>
                  <a:lnTo>
                    <a:pt x="457" y="32004"/>
                  </a:lnTo>
                  <a:lnTo>
                    <a:pt x="36741" y="28194"/>
                  </a:lnTo>
                  <a:lnTo>
                    <a:pt x="36576" y="28194"/>
                  </a:lnTo>
                  <a:lnTo>
                    <a:pt x="73736" y="25146"/>
                  </a:lnTo>
                  <a:lnTo>
                    <a:pt x="72745" y="25146"/>
                  </a:lnTo>
                  <a:lnTo>
                    <a:pt x="111340" y="22987"/>
                  </a:lnTo>
                  <a:close/>
                </a:path>
                <a:path w="4244340" h="48894">
                  <a:moveTo>
                    <a:pt x="343065" y="22733"/>
                  </a:moveTo>
                  <a:lnTo>
                    <a:pt x="321297" y="21844"/>
                  </a:lnTo>
                  <a:lnTo>
                    <a:pt x="323151" y="21844"/>
                  </a:lnTo>
                  <a:lnTo>
                    <a:pt x="267119" y="20701"/>
                  </a:lnTo>
                  <a:lnTo>
                    <a:pt x="287083" y="20701"/>
                  </a:lnTo>
                  <a:lnTo>
                    <a:pt x="224853" y="20447"/>
                  </a:lnTo>
                  <a:lnTo>
                    <a:pt x="205435" y="20447"/>
                  </a:lnTo>
                  <a:lnTo>
                    <a:pt x="160312" y="21082"/>
                  </a:lnTo>
                  <a:lnTo>
                    <a:pt x="161290" y="21082"/>
                  </a:lnTo>
                  <a:lnTo>
                    <a:pt x="115646" y="22733"/>
                  </a:lnTo>
                  <a:lnTo>
                    <a:pt x="116382" y="22733"/>
                  </a:lnTo>
                  <a:lnTo>
                    <a:pt x="111340" y="22987"/>
                  </a:lnTo>
                  <a:lnTo>
                    <a:pt x="128295" y="23876"/>
                  </a:lnTo>
                  <a:lnTo>
                    <a:pt x="172694" y="25146"/>
                  </a:lnTo>
                  <a:lnTo>
                    <a:pt x="219506" y="25527"/>
                  </a:lnTo>
                  <a:lnTo>
                    <a:pt x="285127" y="24765"/>
                  </a:lnTo>
                  <a:lnTo>
                    <a:pt x="276301" y="24765"/>
                  </a:lnTo>
                  <a:lnTo>
                    <a:pt x="324027" y="23495"/>
                  </a:lnTo>
                  <a:lnTo>
                    <a:pt x="343065" y="22733"/>
                  </a:lnTo>
                  <a:close/>
                </a:path>
                <a:path w="4244340" h="48894">
                  <a:moveTo>
                    <a:pt x="1704721" y="25527"/>
                  </a:moveTo>
                  <a:lnTo>
                    <a:pt x="1655953" y="24511"/>
                  </a:lnTo>
                  <a:lnTo>
                    <a:pt x="1609090" y="22352"/>
                  </a:lnTo>
                  <a:lnTo>
                    <a:pt x="1564894" y="18796"/>
                  </a:lnTo>
                  <a:lnTo>
                    <a:pt x="1559814" y="18161"/>
                  </a:lnTo>
                  <a:lnTo>
                    <a:pt x="1522095" y="13716"/>
                  </a:lnTo>
                  <a:lnTo>
                    <a:pt x="1473073" y="8763"/>
                  </a:lnTo>
                  <a:lnTo>
                    <a:pt x="1475359" y="8763"/>
                  </a:lnTo>
                  <a:lnTo>
                    <a:pt x="1420749" y="6477"/>
                  </a:lnTo>
                  <a:lnTo>
                    <a:pt x="1369949" y="6731"/>
                  </a:lnTo>
                  <a:lnTo>
                    <a:pt x="1317244" y="8763"/>
                  </a:lnTo>
                  <a:lnTo>
                    <a:pt x="1317752" y="8763"/>
                  </a:lnTo>
                  <a:lnTo>
                    <a:pt x="1213866" y="14605"/>
                  </a:lnTo>
                  <a:lnTo>
                    <a:pt x="1163320" y="17018"/>
                  </a:lnTo>
                  <a:lnTo>
                    <a:pt x="1110018" y="18148"/>
                  </a:lnTo>
                  <a:lnTo>
                    <a:pt x="1056894" y="17399"/>
                  </a:lnTo>
                  <a:lnTo>
                    <a:pt x="1000760" y="13716"/>
                  </a:lnTo>
                  <a:lnTo>
                    <a:pt x="943737" y="8763"/>
                  </a:lnTo>
                  <a:lnTo>
                    <a:pt x="894715" y="5080"/>
                  </a:lnTo>
                  <a:lnTo>
                    <a:pt x="850519" y="2794"/>
                  </a:lnTo>
                  <a:lnTo>
                    <a:pt x="817118" y="1905"/>
                  </a:lnTo>
                  <a:lnTo>
                    <a:pt x="765175" y="1905"/>
                  </a:lnTo>
                  <a:lnTo>
                    <a:pt x="717931" y="3302"/>
                  </a:lnTo>
                  <a:lnTo>
                    <a:pt x="663575" y="5842"/>
                  </a:lnTo>
                  <a:lnTo>
                    <a:pt x="449186" y="17780"/>
                  </a:lnTo>
                  <a:lnTo>
                    <a:pt x="343065" y="22733"/>
                  </a:lnTo>
                  <a:lnTo>
                    <a:pt x="380504" y="24003"/>
                  </a:lnTo>
                  <a:lnTo>
                    <a:pt x="448043" y="27432"/>
                  </a:lnTo>
                  <a:lnTo>
                    <a:pt x="586994" y="36068"/>
                  </a:lnTo>
                  <a:lnTo>
                    <a:pt x="643763" y="38735"/>
                  </a:lnTo>
                  <a:lnTo>
                    <a:pt x="693928" y="40386"/>
                  </a:lnTo>
                  <a:lnTo>
                    <a:pt x="740537" y="41148"/>
                  </a:lnTo>
                  <a:lnTo>
                    <a:pt x="774573" y="41148"/>
                  </a:lnTo>
                  <a:lnTo>
                    <a:pt x="823976" y="40259"/>
                  </a:lnTo>
                  <a:lnTo>
                    <a:pt x="1342644" y="26416"/>
                  </a:lnTo>
                  <a:lnTo>
                    <a:pt x="1340358" y="26416"/>
                  </a:lnTo>
                  <a:lnTo>
                    <a:pt x="1389507" y="25781"/>
                  </a:lnTo>
                  <a:lnTo>
                    <a:pt x="1704721" y="25527"/>
                  </a:lnTo>
                  <a:close/>
                </a:path>
                <a:path w="4244340" h="48894">
                  <a:moveTo>
                    <a:pt x="3791712" y="25527"/>
                  </a:moveTo>
                  <a:lnTo>
                    <a:pt x="3769614" y="25527"/>
                  </a:lnTo>
                  <a:lnTo>
                    <a:pt x="3692017" y="24765"/>
                  </a:lnTo>
                  <a:lnTo>
                    <a:pt x="3704082" y="24765"/>
                  </a:lnTo>
                  <a:lnTo>
                    <a:pt x="3659124" y="23749"/>
                  </a:lnTo>
                  <a:lnTo>
                    <a:pt x="3620389" y="22352"/>
                  </a:lnTo>
                  <a:lnTo>
                    <a:pt x="3596259" y="21463"/>
                  </a:lnTo>
                  <a:lnTo>
                    <a:pt x="3534410" y="18161"/>
                  </a:lnTo>
                  <a:lnTo>
                    <a:pt x="3398520" y="9525"/>
                  </a:lnTo>
                  <a:lnTo>
                    <a:pt x="3332226" y="7366"/>
                  </a:lnTo>
                  <a:lnTo>
                    <a:pt x="3269996" y="6858"/>
                  </a:lnTo>
                  <a:lnTo>
                    <a:pt x="3211449" y="7747"/>
                  </a:lnTo>
                  <a:lnTo>
                    <a:pt x="3156204" y="9525"/>
                  </a:lnTo>
                  <a:lnTo>
                    <a:pt x="3102356" y="12192"/>
                  </a:lnTo>
                  <a:lnTo>
                    <a:pt x="2964688" y="19939"/>
                  </a:lnTo>
                  <a:lnTo>
                    <a:pt x="2923413" y="21590"/>
                  </a:lnTo>
                  <a:lnTo>
                    <a:pt x="2884513" y="22161"/>
                  </a:lnTo>
                  <a:lnTo>
                    <a:pt x="2873502" y="21844"/>
                  </a:lnTo>
                  <a:lnTo>
                    <a:pt x="2846705" y="21209"/>
                  </a:lnTo>
                  <a:lnTo>
                    <a:pt x="2811018" y="18542"/>
                  </a:lnTo>
                  <a:lnTo>
                    <a:pt x="2739263" y="8255"/>
                  </a:lnTo>
                  <a:lnTo>
                    <a:pt x="2698369" y="4191"/>
                  </a:lnTo>
                  <a:lnTo>
                    <a:pt x="2660142" y="1905"/>
                  </a:lnTo>
                  <a:lnTo>
                    <a:pt x="2665730" y="1905"/>
                  </a:lnTo>
                  <a:lnTo>
                    <a:pt x="2608453" y="254"/>
                  </a:lnTo>
                  <a:lnTo>
                    <a:pt x="2559812" y="0"/>
                  </a:lnTo>
                  <a:lnTo>
                    <a:pt x="2509393" y="635"/>
                  </a:lnTo>
                  <a:lnTo>
                    <a:pt x="2452497" y="1905"/>
                  </a:lnTo>
                  <a:lnTo>
                    <a:pt x="2453767" y="1905"/>
                  </a:lnTo>
                  <a:lnTo>
                    <a:pt x="1847596" y="23495"/>
                  </a:lnTo>
                  <a:lnTo>
                    <a:pt x="1798320" y="24765"/>
                  </a:lnTo>
                  <a:lnTo>
                    <a:pt x="1746885" y="25527"/>
                  </a:lnTo>
                  <a:lnTo>
                    <a:pt x="1536573" y="25781"/>
                  </a:lnTo>
                  <a:lnTo>
                    <a:pt x="1631569" y="27940"/>
                  </a:lnTo>
                  <a:lnTo>
                    <a:pt x="1786509" y="33909"/>
                  </a:lnTo>
                  <a:lnTo>
                    <a:pt x="1828673" y="34036"/>
                  </a:lnTo>
                  <a:lnTo>
                    <a:pt x="1863090" y="32893"/>
                  </a:lnTo>
                  <a:lnTo>
                    <a:pt x="1892173" y="30861"/>
                  </a:lnTo>
                  <a:lnTo>
                    <a:pt x="1943354" y="25781"/>
                  </a:lnTo>
                  <a:lnTo>
                    <a:pt x="1968627" y="23749"/>
                  </a:lnTo>
                  <a:lnTo>
                    <a:pt x="1967357" y="23749"/>
                  </a:lnTo>
                  <a:lnTo>
                    <a:pt x="1998091" y="22352"/>
                  </a:lnTo>
                  <a:lnTo>
                    <a:pt x="2056168" y="22313"/>
                  </a:lnTo>
                  <a:lnTo>
                    <a:pt x="2084959" y="23114"/>
                  </a:lnTo>
                  <a:lnTo>
                    <a:pt x="2143887" y="26416"/>
                  </a:lnTo>
                  <a:lnTo>
                    <a:pt x="2143506" y="26416"/>
                  </a:lnTo>
                  <a:lnTo>
                    <a:pt x="2276856" y="37338"/>
                  </a:lnTo>
                  <a:lnTo>
                    <a:pt x="2334387" y="41529"/>
                  </a:lnTo>
                  <a:lnTo>
                    <a:pt x="2386711" y="44704"/>
                  </a:lnTo>
                  <a:lnTo>
                    <a:pt x="2434717" y="46863"/>
                  </a:lnTo>
                  <a:lnTo>
                    <a:pt x="2482723" y="48260"/>
                  </a:lnTo>
                  <a:lnTo>
                    <a:pt x="2522220" y="48514"/>
                  </a:lnTo>
                  <a:lnTo>
                    <a:pt x="2563622" y="48260"/>
                  </a:lnTo>
                  <a:lnTo>
                    <a:pt x="2604897" y="47244"/>
                  </a:lnTo>
                  <a:lnTo>
                    <a:pt x="2690749" y="43561"/>
                  </a:lnTo>
                  <a:lnTo>
                    <a:pt x="2966212" y="29210"/>
                  </a:lnTo>
                  <a:lnTo>
                    <a:pt x="3024505" y="27432"/>
                  </a:lnTo>
                  <a:lnTo>
                    <a:pt x="3079115" y="26416"/>
                  </a:lnTo>
                  <a:lnTo>
                    <a:pt x="3176651" y="26390"/>
                  </a:lnTo>
                  <a:lnTo>
                    <a:pt x="3181350" y="26416"/>
                  </a:lnTo>
                  <a:lnTo>
                    <a:pt x="3231388" y="27178"/>
                  </a:lnTo>
                  <a:lnTo>
                    <a:pt x="3259747" y="27178"/>
                  </a:lnTo>
                  <a:lnTo>
                    <a:pt x="3259747" y="28448"/>
                  </a:lnTo>
                  <a:lnTo>
                    <a:pt x="3380956" y="28448"/>
                  </a:lnTo>
                  <a:lnTo>
                    <a:pt x="3380956" y="32258"/>
                  </a:lnTo>
                  <a:lnTo>
                    <a:pt x="3648024" y="32258"/>
                  </a:lnTo>
                  <a:lnTo>
                    <a:pt x="3648024" y="28448"/>
                  </a:lnTo>
                  <a:lnTo>
                    <a:pt x="3728834" y="28448"/>
                  </a:lnTo>
                  <a:lnTo>
                    <a:pt x="3728834" y="27178"/>
                  </a:lnTo>
                  <a:lnTo>
                    <a:pt x="3749167" y="27178"/>
                  </a:lnTo>
                  <a:lnTo>
                    <a:pt x="3775710" y="26162"/>
                  </a:lnTo>
                  <a:lnTo>
                    <a:pt x="3791712" y="25527"/>
                  </a:lnTo>
                  <a:close/>
                </a:path>
                <a:path w="4244340" h="48894">
                  <a:moveTo>
                    <a:pt x="4244086" y="13716"/>
                  </a:moveTo>
                  <a:lnTo>
                    <a:pt x="4198874" y="14605"/>
                  </a:lnTo>
                  <a:lnTo>
                    <a:pt x="4106291" y="17399"/>
                  </a:lnTo>
                  <a:lnTo>
                    <a:pt x="4027017" y="20358"/>
                  </a:lnTo>
                  <a:lnTo>
                    <a:pt x="3996817" y="20193"/>
                  </a:lnTo>
                  <a:lnTo>
                    <a:pt x="3948176" y="20701"/>
                  </a:lnTo>
                  <a:lnTo>
                    <a:pt x="3895217" y="21844"/>
                  </a:lnTo>
                  <a:lnTo>
                    <a:pt x="3896741" y="21844"/>
                  </a:lnTo>
                  <a:lnTo>
                    <a:pt x="3800602" y="25146"/>
                  </a:lnTo>
                  <a:lnTo>
                    <a:pt x="3791712" y="25527"/>
                  </a:lnTo>
                  <a:lnTo>
                    <a:pt x="3811524" y="25527"/>
                  </a:lnTo>
                  <a:lnTo>
                    <a:pt x="3918839" y="23749"/>
                  </a:lnTo>
                  <a:lnTo>
                    <a:pt x="3968496" y="22352"/>
                  </a:lnTo>
                  <a:lnTo>
                    <a:pt x="4024503" y="20447"/>
                  </a:lnTo>
                  <a:lnTo>
                    <a:pt x="4044823" y="20447"/>
                  </a:lnTo>
                  <a:lnTo>
                    <a:pt x="4095369" y="21590"/>
                  </a:lnTo>
                  <a:lnTo>
                    <a:pt x="4094353" y="21590"/>
                  </a:lnTo>
                  <a:lnTo>
                    <a:pt x="4142486" y="23749"/>
                  </a:lnTo>
                  <a:lnTo>
                    <a:pt x="4192651" y="27178"/>
                  </a:lnTo>
                  <a:lnTo>
                    <a:pt x="4244086" y="32004"/>
                  </a:lnTo>
                  <a:lnTo>
                    <a:pt x="4244086" y="13716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714" y="2376678"/>
              <a:ext cx="4244340" cy="45720"/>
            </a:xfrm>
            <a:custGeom>
              <a:avLst/>
              <a:gdLst/>
              <a:ahLst/>
              <a:cxnLst/>
              <a:rect l="l" t="t" r="r" b="b"/>
              <a:pathLst>
                <a:path w="4244340" h="45719">
                  <a:moveTo>
                    <a:pt x="228" y="20066"/>
                  </a:moveTo>
                  <a:lnTo>
                    <a:pt x="67195" y="13970"/>
                  </a:lnTo>
                  <a:lnTo>
                    <a:pt x="126949" y="9651"/>
                  </a:lnTo>
                  <a:lnTo>
                    <a:pt x="181101" y="6858"/>
                  </a:lnTo>
                  <a:lnTo>
                    <a:pt x="231267" y="5714"/>
                  </a:lnTo>
                  <a:lnTo>
                    <a:pt x="279069" y="5842"/>
                  </a:lnTo>
                  <a:lnTo>
                    <a:pt x="326136" y="7493"/>
                  </a:lnTo>
                  <a:lnTo>
                    <a:pt x="374078" y="10413"/>
                  </a:lnTo>
                  <a:lnTo>
                    <a:pt x="424510" y="14605"/>
                  </a:lnTo>
                  <a:lnTo>
                    <a:pt x="479069" y="20066"/>
                  </a:lnTo>
                  <a:lnTo>
                    <a:pt x="530733" y="23875"/>
                  </a:lnTo>
                  <a:lnTo>
                    <a:pt x="582549" y="24892"/>
                  </a:lnTo>
                  <a:lnTo>
                    <a:pt x="634111" y="24002"/>
                  </a:lnTo>
                  <a:lnTo>
                    <a:pt x="685165" y="21717"/>
                  </a:lnTo>
                  <a:lnTo>
                    <a:pt x="735202" y="18923"/>
                  </a:lnTo>
                  <a:lnTo>
                    <a:pt x="783971" y="16129"/>
                  </a:lnTo>
                  <a:lnTo>
                    <a:pt x="830961" y="14224"/>
                  </a:lnTo>
                  <a:lnTo>
                    <a:pt x="875919" y="13716"/>
                  </a:lnTo>
                  <a:lnTo>
                    <a:pt x="918337" y="15494"/>
                  </a:lnTo>
                  <a:lnTo>
                    <a:pt x="957961" y="20066"/>
                  </a:lnTo>
                  <a:lnTo>
                    <a:pt x="994663" y="25273"/>
                  </a:lnTo>
                  <a:lnTo>
                    <a:pt x="1035431" y="29718"/>
                  </a:lnTo>
                  <a:lnTo>
                    <a:pt x="1080008" y="33147"/>
                  </a:lnTo>
                  <a:lnTo>
                    <a:pt x="1127760" y="35560"/>
                  </a:lnTo>
                  <a:lnTo>
                    <a:pt x="1178433" y="36957"/>
                  </a:lnTo>
                  <a:lnTo>
                    <a:pt x="1231646" y="37211"/>
                  </a:lnTo>
                  <a:lnTo>
                    <a:pt x="1287018" y="36322"/>
                  </a:lnTo>
                  <a:lnTo>
                    <a:pt x="1344041" y="34162"/>
                  </a:lnTo>
                  <a:lnTo>
                    <a:pt x="1402461" y="30861"/>
                  </a:lnTo>
                  <a:lnTo>
                    <a:pt x="1461770" y="26162"/>
                  </a:lnTo>
                  <a:lnTo>
                    <a:pt x="1521587" y="20066"/>
                  </a:lnTo>
                  <a:lnTo>
                    <a:pt x="1568831" y="15112"/>
                  </a:lnTo>
                  <a:lnTo>
                    <a:pt x="1616456" y="10795"/>
                  </a:lnTo>
                  <a:lnTo>
                    <a:pt x="1664208" y="7112"/>
                  </a:lnTo>
                  <a:lnTo>
                    <a:pt x="1712341" y="4191"/>
                  </a:lnTo>
                  <a:lnTo>
                    <a:pt x="1760855" y="2032"/>
                  </a:lnTo>
                  <a:lnTo>
                    <a:pt x="1809623" y="635"/>
                  </a:lnTo>
                  <a:lnTo>
                    <a:pt x="1858645" y="0"/>
                  </a:lnTo>
                  <a:lnTo>
                    <a:pt x="1908175" y="254"/>
                  </a:lnTo>
                  <a:lnTo>
                    <a:pt x="1957959" y="1270"/>
                  </a:lnTo>
                  <a:lnTo>
                    <a:pt x="2008124" y="3175"/>
                  </a:lnTo>
                  <a:lnTo>
                    <a:pt x="2058670" y="5969"/>
                  </a:lnTo>
                  <a:lnTo>
                    <a:pt x="2109597" y="9779"/>
                  </a:lnTo>
                  <a:lnTo>
                    <a:pt x="2160905" y="14350"/>
                  </a:lnTo>
                  <a:lnTo>
                    <a:pt x="2212594" y="20066"/>
                  </a:lnTo>
                  <a:lnTo>
                    <a:pt x="2281428" y="26924"/>
                  </a:lnTo>
                  <a:lnTo>
                    <a:pt x="2343150" y="30607"/>
                  </a:lnTo>
                  <a:lnTo>
                    <a:pt x="2399030" y="31750"/>
                  </a:lnTo>
                  <a:lnTo>
                    <a:pt x="2450338" y="31114"/>
                  </a:lnTo>
                  <a:lnTo>
                    <a:pt x="2498471" y="29083"/>
                  </a:lnTo>
                  <a:lnTo>
                    <a:pt x="2544445" y="26288"/>
                  </a:lnTo>
                  <a:lnTo>
                    <a:pt x="2589784" y="23368"/>
                  </a:lnTo>
                  <a:lnTo>
                    <a:pt x="2635631" y="20955"/>
                  </a:lnTo>
                  <a:lnTo>
                    <a:pt x="2683256" y="19685"/>
                  </a:lnTo>
                  <a:lnTo>
                    <a:pt x="2733929" y="20066"/>
                  </a:lnTo>
                  <a:lnTo>
                    <a:pt x="2786761" y="20827"/>
                  </a:lnTo>
                  <a:lnTo>
                    <a:pt x="2840228" y="20574"/>
                  </a:lnTo>
                  <a:lnTo>
                    <a:pt x="2893822" y="19685"/>
                  </a:lnTo>
                  <a:lnTo>
                    <a:pt x="2947543" y="18287"/>
                  </a:lnTo>
                  <a:lnTo>
                    <a:pt x="3000883" y="16891"/>
                  </a:lnTo>
                  <a:lnTo>
                    <a:pt x="3053841" y="15748"/>
                  </a:lnTo>
                  <a:lnTo>
                    <a:pt x="3105912" y="15112"/>
                  </a:lnTo>
                  <a:lnTo>
                    <a:pt x="3157093" y="15367"/>
                  </a:lnTo>
                  <a:lnTo>
                    <a:pt x="3206877" y="17018"/>
                  </a:lnTo>
                  <a:lnTo>
                    <a:pt x="3255137" y="20066"/>
                  </a:lnTo>
                  <a:lnTo>
                    <a:pt x="3283458" y="21844"/>
                  </a:lnTo>
                  <a:lnTo>
                    <a:pt x="3317875" y="23113"/>
                  </a:lnTo>
                  <a:lnTo>
                    <a:pt x="3357753" y="23875"/>
                  </a:lnTo>
                  <a:lnTo>
                    <a:pt x="3402711" y="24257"/>
                  </a:lnTo>
                  <a:lnTo>
                    <a:pt x="3451860" y="24257"/>
                  </a:lnTo>
                  <a:lnTo>
                    <a:pt x="3504691" y="23875"/>
                  </a:lnTo>
                  <a:lnTo>
                    <a:pt x="3560699" y="23368"/>
                  </a:lnTo>
                  <a:lnTo>
                    <a:pt x="3618991" y="22606"/>
                  </a:lnTo>
                  <a:lnTo>
                    <a:pt x="3679063" y="21717"/>
                  </a:lnTo>
                  <a:lnTo>
                    <a:pt x="3740404" y="20827"/>
                  </a:lnTo>
                  <a:lnTo>
                    <a:pt x="3802380" y="19938"/>
                  </a:lnTo>
                  <a:lnTo>
                    <a:pt x="3864229" y="19050"/>
                  </a:lnTo>
                  <a:lnTo>
                    <a:pt x="3925316" y="18287"/>
                  </a:lnTo>
                  <a:lnTo>
                    <a:pt x="3985133" y="17780"/>
                  </a:lnTo>
                  <a:lnTo>
                    <a:pt x="4043172" y="17525"/>
                  </a:lnTo>
                  <a:lnTo>
                    <a:pt x="4098544" y="17525"/>
                  </a:lnTo>
                  <a:lnTo>
                    <a:pt x="4150741" y="17907"/>
                  </a:lnTo>
                  <a:lnTo>
                    <a:pt x="4199128" y="18796"/>
                  </a:lnTo>
                  <a:lnTo>
                    <a:pt x="4243197" y="20066"/>
                  </a:lnTo>
                  <a:lnTo>
                    <a:pt x="4244086" y="28956"/>
                  </a:lnTo>
                  <a:lnTo>
                    <a:pt x="4242689" y="29337"/>
                  </a:lnTo>
                  <a:lnTo>
                    <a:pt x="4243197" y="38100"/>
                  </a:lnTo>
                  <a:lnTo>
                    <a:pt x="4201033" y="40386"/>
                  </a:lnTo>
                  <a:lnTo>
                    <a:pt x="4159758" y="41401"/>
                  </a:lnTo>
                  <a:lnTo>
                    <a:pt x="4118610" y="41529"/>
                  </a:lnTo>
                  <a:lnTo>
                    <a:pt x="4077081" y="40767"/>
                  </a:lnTo>
                  <a:lnTo>
                    <a:pt x="4034536" y="39624"/>
                  </a:lnTo>
                  <a:lnTo>
                    <a:pt x="3990594" y="38100"/>
                  </a:lnTo>
                  <a:lnTo>
                    <a:pt x="3944620" y="36449"/>
                  </a:lnTo>
                  <a:lnTo>
                    <a:pt x="3895979" y="35051"/>
                  </a:lnTo>
                  <a:lnTo>
                    <a:pt x="3844290" y="34036"/>
                  </a:lnTo>
                  <a:lnTo>
                    <a:pt x="3788791" y="33527"/>
                  </a:lnTo>
                  <a:lnTo>
                    <a:pt x="3729101" y="33909"/>
                  </a:lnTo>
                  <a:lnTo>
                    <a:pt x="3664585" y="35433"/>
                  </a:lnTo>
                  <a:lnTo>
                    <a:pt x="3594735" y="38100"/>
                  </a:lnTo>
                  <a:lnTo>
                    <a:pt x="3522853" y="40767"/>
                  </a:lnTo>
                  <a:lnTo>
                    <a:pt x="3463671" y="41783"/>
                  </a:lnTo>
                  <a:lnTo>
                    <a:pt x="3414776" y="41275"/>
                  </a:lnTo>
                  <a:lnTo>
                    <a:pt x="3374009" y="39877"/>
                  </a:lnTo>
                  <a:lnTo>
                    <a:pt x="3339211" y="37719"/>
                  </a:lnTo>
                  <a:lnTo>
                    <a:pt x="3308096" y="35433"/>
                  </a:lnTo>
                  <a:lnTo>
                    <a:pt x="3278378" y="33274"/>
                  </a:lnTo>
                  <a:lnTo>
                    <a:pt x="3247898" y="31623"/>
                  </a:lnTo>
                  <a:lnTo>
                    <a:pt x="3214370" y="30987"/>
                  </a:lnTo>
                  <a:lnTo>
                    <a:pt x="3175508" y="31496"/>
                  </a:lnTo>
                  <a:lnTo>
                    <a:pt x="3129280" y="33782"/>
                  </a:lnTo>
                  <a:lnTo>
                    <a:pt x="3073273" y="38100"/>
                  </a:lnTo>
                  <a:lnTo>
                    <a:pt x="3010535" y="42672"/>
                  </a:lnTo>
                  <a:lnTo>
                    <a:pt x="2955416" y="44831"/>
                  </a:lnTo>
                  <a:lnTo>
                    <a:pt x="2906395" y="44958"/>
                  </a:lnTo>
                  <a:lnTo>
                    <a:pt x="2862072" y="43687"/>
                  </a:lnTo>
                  <a:lnTo>
                    <a:pt x="2820924" y="41529"/>
                  </a:lnTo>
                  <a:lnTo>
                    <a:pt x="2781173" y="38988"/>
                  </a:lnTo>
                  <a:lnTo>
                    <a:pt x="2741549" y="36449"/>
                  </a:lnTo>
                  <a:lnTo>
                    <a:pt x="2700274" y="34671"/>
                  </a:lnTo>
                  <a:lnTo>
                    <a:pt x="2656078" y="34036"/>
                  </a:lnTo>
                  <a:lnTo>
                    <a:pt x="2607056" y="34925"/>
                  </a:lnTo>
                  <a:lnTo>
                    <a:pt x="2552065" y="38100"/>
                  </a:lnTo>
                  <a:lnTo>
                    <a:pt x="2503424" y="41275"/>
                  </a:lnTo>
                  <a:lnTo>
                    <a:pt x="2456307" y="43561"/>
                  </a:lnTo>
                  <a:lnTo>
                    <a:pt x="2410460" y="44831"/>
                  </a:lnTo>
                  <a:lnTo>
                    <a:pt x="2365121" y="45466"/>
                  </a:lnTo>
                  <a:lnTo>
                    <a:pt x="2320036" y="45466"/>
                  </a:lnTo>
                  <a:lnTo>
                    <a:pt x="2274570" y="44958"/>
                  </a:lnTo>
                  <a:lnTo>
                    <a:pt x="2228088" y="44196"/>
                  </a:lnTo>
                  <a:lnTo>
                    <a:pt x="2180336" y="43052"/>
                  </a:lnTo>
                  <a:lnTo>
                    <a:pt x="2130806" y="41783"/>
                  </a:lnTo>
                  <a:lnTo>
                    <a:pt x="2078736" y="40639"/>
                  </a:lnTo>
                  <a:lnTo>
                    <a:pt x="2023872" y="39497"/>
                  </a:lnTo>
                  <a:lnTo>
                    <a:pt x="1965706" y="38608"/>
                  </a:lnTo>
                  <a:lnTo>
                    <a:pt x="1903603" y="38100"/>
                  </a:lnTo>
                  <a:lnTo>
                    <a:pt x="1846961" y="37973"/>
                  </a:lnTo>
                  <a:lnTo>
                    <a:pt x="1795780" y="37973"/>
                  </a:lnTo>
                  <a:lnTo>
                    <a:pt x="1748790" y="38226"/>
                  </a:lnTo>
                  <a:lnTo>
                    <a:pt x="1705229" y="38608"/>
                  </a:lnTo>
                  <a:lnTo>
                    <a:pt x="1663700" y="38988"/>
                  </a:lnTo>
                  <a:lnTo>
                    <a:pt x="1623441" y="39370"/>
                  </a:lnTo>
                  <a:lnTo>
                    <a:pt x="1583055" y="39750"/>
                  </a:lnTo>
                  <a:lnTo>
                    <a:pt x="1541780" y="40132"/>
                  </a:lnTo>
                  <a:lnTo>
                    <a:pt x="1498346" y="40386"/>
                  </a:lnTo>
                  <a:lnTo>
                    <a:pt x="1451737" y="40386"/>
                  </a:lnTo>
                  <a:lnTo>
                    <a:pt x="1400937" y="40259"/>
                  </a:lnTo>
                  <a:lnTo>
                    <a:pt x="1344803" y="39877"/>
                  </a:lnTo>
                  <a:lnTo>
                    <a:pt x="1282446" y="39116"/>
                  </a:lnTo>
                  <a:lnTo>
                    <a:pt x="1212469" y="38100"/>
                  </a:lnTo>
                  <a:lnTo>
                    <a:pt x="1118997" y="36575"/>
                  </a:lnTo>
                  <a:lnTo>
                    <a:pt x="1043686" y="35687"/>
                  </a:lnTo>
                  <a:lnTo>
                    <a:pt x="983488" y="35051"/>
                  </a:lnTo>
                  <a:lnTo>
                    <a:pt x="935482" y="34798"/>
                  </a:lnTo>
                  <a:lnTo>
                    <a:pt x="896493" y="34925"/>
                  </a:lnTo>
                  <a:lnTo>
                    <a:pt x="863600" y="35306"/>
                  </a:lnTo>
                  <a:lnTo>
                    <a:pt x="834008" y="35813"/>
                  </a:lnTo>
                  <a:lnTo>
                    <a:pt x="804418" y="36575"/>
                  </a:lnTo>
                  <a:lnTo>
                    <a:pt x="772033" y="37337"/>
                  </a:lnTo>
                  <a:lnTo>
                    <a:pt x="733679" y="38100"/>
                  </a:lnTo>
                  <a:lnTo>
                    <a:pt x="699516" y="38481"/>
                  </a:lnTo>
                  <a:lnTo>
                    <a:pt x="658368" y="38735"/>
                  </a:lnTo>
                  <a:lnTo>
                    <a:pt x="610997" y="38735"/>
                  </a:lnTo>
                  <a:lnTo>
                    <a:pt x="558799" y="38608"/>
                  </a:lnTo>
                  <a:lnTo>
                    <a:pt x="502615" y="38354"/>
                  </a:lnTo>
                  <a:lnTo>
                    <a:pt x="443636" y="38100"/>
                  </a:lnTo>
                  <a:lnTo>
                    <a:pt x="382930" y="37719"/>
                  </a:lnTo>
                  <a:lnTo>
                    <a:pt x="321576" y="37464"/>
                  </a:lnTo>
                  <a:lnTo>
                    <a:pt x="260642" y="37211"/>
                  </a:lnTo>
                  <a:lnTo>
                    <a:pt x="201231" y="36957"/>
                  </a:lnTo>
                  <a:lnTo>
                    <a:pt x="144386" y="36957"/>
                  </a:lnTo>
                  <a:lnTo>
                    <a:pt x="91224" y="37084"/>
                  </a:lnTo>
                  <a:lnTo>
                    <a:pt x="42811" y="37464"/>
                  </a:lnTo>
                  <a:lnTo>
                    <a:pt x="228" y="38100"/>
                  </a:lnTo>
                  <a:lnTo>
                    <a:pt x="0" y="34036"/>
                  </a:lnTo>
                  <a:lnTo>
                    <a:pt x="736" y="25781"/>
                  </a:lnTo>
                  <a:lnTo>
                    <a:pt x="228" y="20066"/>
                  </a:lnTo>
                  <a:close/>
                </a:path>
              </a:pathLst>
            </a:custGeom>
            <a:ln w="41148">
              <a:solidFill>
                <a:srgbClr val="0099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8515" y="2649473"/>
            <a:ext cx="6630670" cy="320484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b="1" spc="-25" dirty="0">
                <a:solidFill>
                  <a:srgbClr val="333333"/>
                </a:solidFill>
                <a:latin typeface="Segoe UI"/>
                <a:cs typeface="Segoe UI"/>
              </a:rPr>
              <a:t>Udacity-</a:t>
            </a:r>
            <a:r>
              <a:rPr sz="1200" b="1" spc="-20" dirty="0">
                <a:solidFill>
                  <a:srgbClr val="333333"/>
                </a:solidFill>
                <a:latin typeface="Segoe UI"/>
                <a:cs typeface="Segoe UI"/>
              </a:rPr>
              <a:t>GPT:</a:t>
            </a:r>
            <a:endParaRPr sz="12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chatbot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powered</a:t>
            </a:r>
            <a:r>
              <a:rPr sz="12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OpenAI</a:t>
            </a:r>
            <a:r>
              <a:rPr sz="12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(GPT-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4)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designed</a:t>
            </a:r>
            <a:r>
              <a:rPr sz="1200" spc="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enhance</a:t>
            </a:r>
            <a:r>
              <a:rPr sz="1200" spc="-8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2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learning</a:t>
            </a:r>
            <a:r>
              <a:rPr sz="12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experience.</a:t>
            </a:r>
            <a:endParaRPr sz="12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Learners</a:t>
            </a:r>
            <a:r>
              <a:rPr sz="12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2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get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support</a:t>
            </a:r>
            <a:r>
              <a:rPr sz="12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need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whenever</a:t>
            </a:r>
            <a:r>
              <a:rPr sz="1200" spc="-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2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need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it;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think</a:t>
            </a:r>
            <a:r>
              <a:rPr sz="12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2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chatbot</a:t>
            </a:r>
            <a:r>
              <a:rPr sz="12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endParaRPr sz="12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real-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time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complement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our</a:t>
            </a:r>
            <a:r>
              <a:rPr sz="12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human</a:t>
            </a:r>
            <a:r>
              <a:rPr sz="12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mentors,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who</a:t>
            </a:r>
            <a:r>
              <a:rPr sz="12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available</a:t>
            </a:r>
            <a:r>
              <a:rPr sz="12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throughout</a:t>
            </a:r>
            <a:r>
              <a:rPr sz="1200" spc="-9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endParaRPr sz="12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learner’s</a:t>
            </a:r>
            <a:r>
              <a:rPr sz="120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journey</a:t>
            </a:r>
            <a:r>
              <a:rPr sz="1200" spc="-10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2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valuable</a:t>
            </a:r>
            <a:r>
              <a:rPr sz="12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human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feedback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support.</a:t>
            </a:r>
            <a:r>
              <a:rPr sz="1200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20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endParaRPr sz="12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our</a:t>
            </a:r>
            <a:r>
              <a:rPr sz="12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global</a:t>
            </a:r>
            <a:r>
              <a:rPr sz="12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mentor</a:t>
            </a:r>
            <a:r>
              <a:rPr sz="12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network</a:t>
            </a:r>
            <a:r>
              <a:rPr sz="12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combined.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35"/>
              </a:spcBef>
              <a:buClr>
                <a:srgbClr val="333333"/>
              </a:buClr>
              <a:buFont typeface="Arial MT"/>
              <a:buChar char="•"/>
            </a:pPr>
            <a:endParaRPr sz="12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200" b="1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spc="-25" dirty="0">
                <a:solidFill>
                  <a:srgbClr val="333333"/>
                </a:solidFill>
                <a:latin typeface="Segoe UI"/>
                <a:cs typeface="Segoe UI"/>
              </a:rPr>
              <a:t>Udacity-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GPT</a:t>
            </a:r>
            <a:r>
              <a:rPr sz="1200" b="1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helps</a:t>
            </a:r>
            <a:r>
              <a:rPr sz="12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200" b="1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enhancing</a:t>
            </a:r>
            <a:r>
              <a:rPr sz="1200" b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learning</a:t>
            </a:r>
            <a:r>
              <a:rPr sz="1200" b="1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experience</a:t>
            </a:r>
            <a:r>
              <a:rPr sz="12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200" b="1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333333"/>
                </a:solidFill>
                <a:latin typeface="Segoe UI"/>
                <a:cs typeface="Segoe UI"/>
              </a:rPr>
              <a:t>students:</a:t>
            </a:r>
            <a:endParaRPr sz="1200">
              <a:latin typeface="Segoe UI"/>
              <a:cs typeface="Segoe UI"/>
            </a:endParaRPr>
          </a:p>
          <a:p>
            <a:pPr marL="299085" lvl="1" indent="-228600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299085" algn="l"/>
              </a:tabLst>
            </a:pP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Summarize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concepts</a:t>
            </a:r>
            <a:endParaRPr sz="1200">
              <a:latin typeface="Segoe UI"/>
              <a:cs typeface="Segoe UI"/>
            </a:endParaRPr>
          </a:p>
          <a:p>
            <a:pPr marL="299085" lvl="1" indent="-22860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Pose</a:t>
            </a:r>
            <a:r>
              <a:rPr sz="12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deeper</a:t>
            </a:r>
            <a:r>
              <a:rPr sz="120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questions</a:t>
            </a:r>
            <a:endParaRPr sz="1200">
              <a:latin typeface="Segoe UI"/>
              <a:cs typeface="Segoe UI"/>
            </a:endParaRPr>
          </a:p>
          <a:p>
            <a:pPr marL="299085" lvl="1" indent="-228600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299085" algn="l"/>
              </a:tabLst>
            </a:pP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Translate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another</a:t>
            </a:r>
            <a:r>
              <a:rPr sz="12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language</a:t>
            </a:r>
            <a:endParaRPr sz="1200">
              <a:latin typeface="Segoe UI"/>
              <a:cs typeface="Segoe UI"/>
            </a:endParaRPr>
          </a:p>
          <a:p>
            <a:pPr marL="299085" lvl="1" indent="-228600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299085" algn="l"/>
              </a:tabLst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Fix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errors</a:t>
            </a:r>
            <a:r>
              <a:rPr sz="12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in your</a:t>
            </a:r>
            <a:r>
              <a:rPr sz="120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code</a:t>
            </a:r>
            <a:endParaRPr sz="1200">
              <a:latin typeface="Segoe UI"/>
              <a:cs typeface="Segoe UI"/>
            </a:endParaRPr>
          </a:p>
          <a:p>
            <a:pPr marL="299085" lvl="1" indent="-22860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more…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980176" y="97535"/>
            <a:ext cx="6035040" cy="6521450"/>
            <a:chOff x="5980176" y="97535"/>
            <a:chExt cx="6035040" cy="652145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000" y="97535"/>
              <a:ext cx="4014215" cy="22585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9288" y="2336291"/>
              <a:ext cx="3995928" cy="186842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80176" y="4038600"/>
              <a:ext cx="5529072" cy="25801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2329" y="2322067"/>
            <a:ext cx="10250805" cy="1908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7409"/>
              </a:lnSpc>
              <a:spcBef>
                <a:spcPts val="100"/>
              </a:spcBef>
            </a:pPr>
            <a:r>
              <a:rPr sz="6600" dirty="0">
                <a:solidFill>
                  <a:srgbClr val="000000"/>
                </a:solidFill>
              </a:rPr>
              <a:t>Showcasing</a:t>
            </a:r>
            <a:r>
              <a:rPr sz="6600" spc="-45" dirty="0">
                <a:solidFill>
                  <a:srgbClr val="000000"/>
                </a:solidFill>
              </a:rPr>
              <a:t> </a:t>
            </a:r>
            <a:r>
              <a:rPr sz="6600" dirty="0">
                <a:solidFill>
                  <a:srgbClr val="000000"/>
                </a:solidFill>
              </a:rPr>
              <a:t>Generative</a:t>
            </a:r>
            <a:r>
              <a:rPr sz="6600" spc="-45" dirty="0">
                <a:solidFill>
                  <a:srgbClr val="000000"/>
                </a:solidFill>
              </a:rPr>
              <a:t> </a:t>
            </a:r>
            <a:r>
              <a:rPr sz="6600" spc="-25" dirty="0">
                <a:solidFill>
                  <a:srgbClr val="000000"/>
                </a:solidFill>
              </a:rPr>
              <a:t>AI</a:t>
            </a:r>
            <a:endParaRPr sz="6600"/>
          </a:p>
          <a:p>
            <a:pPr marL="1203325" algn="ctr">
              <a:lnSpc>
                <a:spcPts val="7409"/>
              </a:lnSpc>
            </a:pPr>
            <a:r>
              <a:rPr sz="6600" dirty="0">
                <a:solidFill>
                  <a:srgbClr val="000000"/>
                </a:solidFill>
              </a:rPr>
              <a:t>in </a:t>
            </a:r>
            <a:r>
              <a:rPr sz="6600" spc="-25" dirty="0">
                <a:solidFill>
                  <a:srgbClr val="000000"/>
                </a:solidFill>
              </a:rPr>
              <a:t>Law</a:t>
            </a:r>
            <a:endParaRPr sz="6600"/>
          </a:p>
        </p:txBody>
      </p:sp>
      <p:grpSp>
        <p:nvGrpSpPr>
          <p:cNvPr id="3" name="object 3"/>
          <p:cNvGrpSpPr/>
          <p:nvPr/>
        </p:nvGrpSpPr>
        <p:grpSpPr>
          <a:xfrm>
            <a:off x="3718559" y="4373879"/>
            <a:ext cx="4754880" cy="1917700"/>
            <a:chOff x="3718559" y="4373879"/>
            <a:chExt cx="4754880" cy="1917700"/>
          </a:xfrm>
        </p:grpSpPr>
        <p:sp>
          <p:nvSpPr>
            <p:cNvPr id="4" name="object 4"/>
            <p:cNvSpPr/>
            <p:nvPr/>
          </p:nvSpPr>
          <p:spPr>
            <a:xfrm>
              <a:off x="3718559" y="5524489"/>
              <a:ext cx="4754880" cy="27305"/>
            </a:xfrm>
            <a:custGeom>
              <a:avLst/>
              <a:gdLst/>
              <a:ahLst/>
              <a:cxnLst/>
              <a:rect l="l" t="t" r="r" b="b"/>
              <a:pathLst>
                <a:path w="4754880" h="27304">
                  <a:moveTo>
                    <a:pt x="4754880" y="0"/>
                  </a:moveTo>
                  <a:lnTo>
                    <a:pt x="0" y="0"/>
                  </a:lnTo>
                  <a:lnTo>
                    <a:pt x="0" y="26934"/>
                  </a:lnTo>
                  <a:lnTo>
                    <a:pt x="4754880" y="26934"/>
                  </a:lnTo>
                  <a:lnTo>
                    <a:pt x="4754880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8799" y="4373879"/>
              <a:ext cx="1607820" cy="191719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1501373" y="6418579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7D7D7D"/>
                </a:solidFill>
                <a:latin typeface="Calibri"/>
                <a:cs typeface="Calibri"/>
              </a:rPr>
              <a:t>56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856730"/>
            <a:ext cx="12189460" cy="1270"/>
          </a:xfrm>
          <a:custGeom>
            <a:avLst/>
            <a:gdLst/>
            <a:ahLst/>
            <a:cxnLst/>
            <a:rect l="l" t="t" r="r" b="b"/>
            <a:pathLst>
              <a:path w="12189460" h="1270">
                <a:moveTo>
                  <a:pt x="0" y="1269"/>
                </a:moveTo>
                <a:lnTo>
                  <a:pt x="12188952" y="1269"/>
                </a:lnTo>
                <a:lnTo>
                  <a:pt x="12188952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375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1523" y="0"/>
            <a:ext cx="12192000" cy="6858000"/>
            <a:chOff x="-1523" y="0"/>
            <a:chExt cx="12192000" cy="6858000"/>
          </a:xfrm>
        </p:grpSpPr>
        <p:sp>
          <p:nvSpPr>
            <p:cNvPr id="4" name="object 4"/>
            <p:cNvSpPr/>
            <p:nvPr/>
          </p:nvSpPr>
          <p:spPr>
            <a:xfrm>
              <a:off x="0" y="469900"/>
              <a:ext cx="11708130" cy="5910580"/>
            </a:xfrm>
            <a:custGeom>
              <a:avLst/>
              <a:gdLst/>
              <a:ahLst/>
              <a:cxnLst/>
              <a:rect l="l" t="t" r="r" b="b"/>
              <a:pathLst>
                <a:path w="11708130" h="5910580">
                  <a:moveTo>
                    <a:pt x="0" y="5910580"/>
                  </a:moveTo>
                  <a:lnTo>
                    <a:pt x="11707749" y="5910580"/>
                  </a:lnTo>
                  <a:lnTo>
                    <a:pt x="11707749" y="0"/>
                  </a:lnTo>
                  <a:lnTo>
                    <a:pt x="0" y="0"/>
                  </a:lnTo>
                  <a:lnTo>
                    <a:pt x="0" y="5910580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55058" y="1829561"/>
              <a:ext cx="0" cy="3200400"/>
            </a:xfrm>
            <a:custGeom>
              <a:avLst/>
              <a:gdLst/>
              <a:ahLst/>
              <a:cxnLst/>
              <a:rect l="l" t="t" r="r" b="b"/>
              <a:pathLst>
                <a:path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ln w="19812">
              <a:solidFill>
                <a:srgbClr val="4BB8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06028" y="6228588"/>
              <a:ext cx="993648" cy="6294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-1524" y="0"/>
              <a:ext cx="12192000" cy="6856730"/>
            </a:xfrm>
            <a:custGeom>
              <a:avLst/>
              <a:gdLst/>
              <a:ahLst/>
              <a:cxnLst/>
              <a:rect l="l" t="t" r="r" b="b"/>
              <a:pathLst>
                <a:path w="12192000" h="6856730">
                  <a:moveTo>
                    <a:pt x="12192000" y="0"/>
                  </a:moveTo>
                  <a:lnTo>
                    <a:pt x="0" y="0"/>
                  </a:lnTo>
                  <a:lnTo>
                    <a:pt x="0" y="469900"/>
                  </a:lnTo>
                  <a:lnTo>
                    <a:pt x="0" y="6380480"/>
                  </a:lnTo>
                  <a:lnTo>
                    <a:pt x="0" y="6856730"/>
                  </a:lnTo>
                  <a:lnTo>
                    <a:pt x="12192000" y="6856730"/>
                  </a:lnTo>
                  <a:lnTo>
                    <a:pt x="12192000" y="6380480"/>
                  </a:lnTo>
                  <a:lnTo>
                    <a:pt x="476377" y="6380480"/>
                  </a:lnTo>
                  <a:lnTo>
                    <a:pt x="476377" y="469900"/>
                  </a:lnTo>
                  <a:lnTo>
                    <a:pt x="12192000" y="4699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34313" y="1929511"/>
            <a:ext cx="3267710" cy="1769745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2065" marR="5080" algn="ctr">
              <a:lnSpc>
                <a:spcPts val="4220"/>
              </a:lnSpc>
              <a:spcBef>
                <a:spcPts val="1125"/>
              </a:spcBef>
            </a:pPr>
            <a:r>
              <a:rPr sz="4400" spc="-60" dirty="0">
                <a:solidFill>
                  <a:srgbClr val="EDEBE0"/>
                </a:solidFill>
                <a:latin typeface="Verdana"/>
                <a:cs typeface="Verdana"/>
              </a:rPr>
              <a:t>Showcasing </a:t>
            </a:r>
            <a:r>
              <a:rPr sz="4400" spc="-10" dirty="0">
                <a:solidFill>
                  <a:srgbClr val="EDEBE0"/>
                </a:solidFill>
                <a:latin typeface="Verdana"/>
                <a:cs typeface="Verdana"/>
              </a:rPr>
              <a:t>Generative </a:t>
            </a:r>
            <a:r>
              <a:rPr sz="4400" spc="-320" dirty="0">
                <a:solidFill>
                  <a:srgbClr val="EDEBE0"/>
                </a:solidFill>
                <a:latin typeface="Verdana"/>
                <a:cs typeface="Verdana"/>
              </a:rPr>
              <a:t>AI</a:t>
            </a:r>
            <a:r>
              <a:rPr sz="4400" spc="-345" dirty="0">
                <a:solidFill>
                  <a:srgbClr val="EDEBE0"/>
                </a:solidFill>
                <a:latin typeface="Verdana"/>
                <a:cs typeface="Verdana"/>
              </a:rPr>
              <a:t> </a:t>
            </a:r>
            <a:r>
              <a:rPr sz="4400" spc="-220" dirty="0">
                <a:solidFill>
                  <a:srgbClr val="EDEBE0"/>
                </a:solidFill>
                <a:latin typeface="Verdana"/>
                <a:cs typeface="Verdana"/>
              </a:rPr>
              <a:t>in</a:t>
            </a:r>
            <a:r>
              <a:rPr sz="4400" spc="-340" dirty="0">
                <a:solidFill>
                  <a:srgbClr val="EDEBE0"/>
                </a:solidFill>
                <a:latin typeface="Verdana"/>
                <a:cs typeface="Verdana"/>
              </a:rPr>
              <a:t> </a:t>
            </a:r>
            <a:r>
              <a:rPr sz="4400" spc="-25" dirty="0">
                <a:solidFill>
                  <a:srgbClr val="EDEBE0"/>
                </a:solidFill>
                <a:latin typeface="Verdana"/>
                <a:cs typeface="Verdana"/>
              </a:rPr>
              <a:t>Law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64022" y="1320800"/>
            <a:ext cx="59855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3865" indent="-431165">
              <a:lnSpc>
                <a:spcPct val="100000"/>
              </a:lnSpc>
              <a:spcBef>
                <a:spcPts val="105"/>
              </a:spcBef>
              <a:buSzPct val="75000"/>
              <a:buFont typeface="Segoe UI Symbol"/>
              <a:buChar char="➢"/>
              <a:tabLst>
                <a:tab pos="443865" algn="l"/>
              </a:tabLst>
            </a:pP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Generative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AI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25" dirty="0">
                <a:solidFill>
                  <a:srgbClr val="FFFFFF"/>
                </a:solidFill>
                <a:latin typeface="Verdana"/>
                <a:cs typeface="Verdana"/>
              </a:rPr>
              <a:t>can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streamline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this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process</a:t>
            </a:r>
            <a:r>
              <a:rPr sz="2000" spc="3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5695315" y="1594815"/>
            <a:ext cx="40328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0" spc="-50" dirty="0">
                <a:solidFill>
                  <a:srgbClr val="FFFFFF"/>
                </a:solidFill>
                <a:latin typeface="Verdana"/>
                <a:cs typeface="Verdana"/>
              </a:rPr>
              <a:t>quickly</a:t>
            </a:r>
            <a:r>
              <a:rPr sz="2000" b="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0" spc="-40" dirty="0">
                <a:solidFill>
                  <a:srgbClr val="FFFFFF"/>
                </a:solidFill>
                <a:latin typeface="Verdana"/>
                <a:cs typeface="Verdana"/>
              </a:rPr>
              <a:t>analyzing</a:t>
            </a:r>
            <a:r>
              <a:rPr sz="2000" b="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0" spc="-20" dirty="0">
                <a:solidFill>
                  <a:srgbClr val="FFFFFF"/>
                </a:solidFill>
                <a:latin typeface="Verdana"/>
                <a:cs typeface="Verdana"/>
              </a:rPr>
              <a:t>large</a:t>
            </a:r>
            <a:r>
              <a:rPr sz="2000" b="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0" spc="-20" dirty="0">
                <a:solidFill>
                  <a:srgbClr val="FFFFFF"/>
                </a:solidFill>
                <a:latin typeface="Verdana"/>
                <a:cs typeface="Verdana"/>
              </a:rPr>
              <a:t>datasets,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64022" y="2474722"/>
            <a:ext cx="4881245" cy="60388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443865" marR="5080" indent="-431800">
              <a:lnSpc>
                <a:spcPts val="2150"/>
              </a:lnSpc>
              <a:spcBef>
                <a:spcPts val="384"/>
              </a:spcBef>
              <a:buSzPct val="75000"/>
              <a:buFont typeface="Segoe UI Symbol"/>
              <a:buChar char="➢"/>
              <a:tabLst>
                <a:tab pos="443865" algn="l"/>
              </a:tabLst>
            </a:pP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identifying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relevant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precedents</a:t>
            </a:r>
            <a:r>
              <a:rPr sz="2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summarizing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key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points.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64022" y="3628771"/>
            <a:ext cx="5978525" cy="203200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443865" marR="5080" indent="-431800">
              <a:lnSpc>
                <a:spcPts val="2160"/>
              </a:lnSpc>
              <a:spcBef>
                <a:spcPts val="375"/>
              </a:spcBef>
              <a:buSzPct val="75000"/>
              <a:buFont typeface="Segoe UI Symbol"/>
              <a:buChar char="➢"/>
              <a:tabLst>
                <a:tab pos="443865" algn="l"/>
              </a:tabLst>
            </a:pP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Transforming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generative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AI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into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true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legal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expert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through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custom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training,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also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known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as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fine-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tuning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320"/>
              </a:spcBef>
              <a:buClr>
                <a:srgbClr val="FFFFFF"/>
              </a:buClr>
              <a:buFont typeface="Segoe UI Symbol"/>
              <a:buChar char="➢"/>
            </a:pPr>
            <a:endParaRPr sz="2000">
              <a:latin typeface="Verdana"/>
              <a:cs typeface="Verdana"/>
            </a:endParaRPr>
          </a:p>
          <a:p>
            <a:pPr marL="443865" marR="983615" indent="-431800">
              <a:lnSpc>
                <a:spcPts val="2160"/>
              </a:lnSpc>
              <a:spcBef>
                <a:spcPts val="5"/>
              </a:spcBef>
              <a:buSzPct val="75000"/>
              <a:buFont typeface="Segoe UI Symbol"/>
              <a:buChar char="➢"/>
              <a:tabLst>
                <a:tab pos="443865" algn="l"/>
              </a:tabLst>
            </a:pP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Tools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6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Harvey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Robin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AI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copilot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Verdana"/>
                <a:cs typeface="Verdana"/>
              </a:rPr>
              <a:t>Ross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Intelligence,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Cocunsel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,v-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Lawyer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508740" y="6442964"/>
            <a:ext cx="990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-25" dirty="0">
                <a:solidFill>
                  <a:srgbClr val="4F81BC"/>
                </a:solidFill>
                <a:latin typeface="Verdana"/>
                <a:cs typeface="Verdana"/>
              </a:rPr>
              <a:t>76</a:t>
            </a:r>
            <a:endParaRPr sz="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70047"/>
            <a:ext cx="4037075" cy="41879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9076" y="1676400"/>
            <a:ext cx="2819400" cy="2819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99476" y="0"/>
            <a:ext cx="1603248" cy="114147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48700" y="6138671"/>
            <a:ext cx="908303" cy="71932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34112" y="114300"/>
            <a:ext cx="11917680" cy="6685915"/>
            <a:chOff x="134112" y="114300"/>
            <a:chExt cx="11917680" cy="6685915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4112" y="114300"/>
              <a:ext cx="8109204" cy="42976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8700" y="758951"/>
              <a:ext cx="8339328" cy="37080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17776" y="2263139"/>
              <a:ext cx="6975348" cy="34139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48100" y="2763042"/>
              <a:ext cx="8203692" cy="403704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2329" y="2322067"/>
            <a:ext cx="10250805" cy="19081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67990" marR="5080" indent="-2955925">
              <a:lnSpc>
                <a:spcPts val="6900"/>
              </a:lnSpc>
              <a:spcBef>
                <a:spcPts val="1180"/>
              </a:spcBef>
            </a:pPr>
            <a:r>
              <a:rPr sz="6600" dirty="0">
                <a:solidFill>
                  <a:srgbClr val="000000"/>
                </a:solidFill>
              </a:rPr>
              <a:t>Showcasing</a:t>
            </a:r>
            <a:r>
              <a:rPr sz="6600" spc="-45" dirty="0">
                <a:solidFill>
                  <a:srgbClr val="000000"/>
                </a:solidFill>
              </a:rPr>
              <a:t> </a:t>
            </a:r>
            <a:r>
              <a:rPr sz="6600" dirty="0">
                <a:solidFill>
                  <a:srgbClr val="000000"/>
                </a:solidFill>
              </a:rPr>
              <a:t>Generative</a:t>
            </a:r>
            <a:r>
              <a:rPr sz="6600" spc="-45" dirty="0">
                <a:solidFill>
                  <a:srgbClr val="000000"/>
                </a:solidFill>
              </a:rPr>
              <a:t> </a:t>
            </a:r>
            <a:r>
              <a:rPr sz="6600" spc="-25" dirty="0">
                <a:solidFill>
                  <a:srgbClr val="000000"/>
                </a:solidFill>
              </a:rPr>
              <a:t>AI </a:t>
            </a:r>
            <a:r>
              <a:rPr sz="6600" dirty="0">
                <a:solidFill>
                  <a:srgbClr val="000000"/>
                </a:solidFill>
              </a:rPr>
              <a:t>in </a:t>
            </a:r>
            <a:r>
              <a:rPr sz="6600" spc="-10" dirty="0">
                <a:solidFill>
                  <a:srgbClr val="000000"/>
                </a:solidFill>
              </a:rPr>
              <a:t>Ecommerce</a:t>
            </a:r>
            <a:endParaRPr sz="6600"/>
          </a:p>
        </p:txBody>
      </p:sp>
      <p:grpSp>
        <p:nvGrpSpPr>
          <p:cNvPr id="3" name="object 3"/>
          <p:cNvGrpSpPr/>
          <p:nvPr/>
        </p:nvGrpSpPr>
        <p:grpSpPr>
          <a:xfrm>
            <a:off x="3718559" y="4253484"/>
            <a:ext cx="5422900" cy="1297940"/>
            <a:chOff x="3718559" y="4253484"/>
            <a:chExt cx="5422900" cy="1297940"/>
          </a:xfrm>
        </p:grpSpPr>
        <p:sp>
          <p:nvSpPr>
            <p:cNvPr id="4" name="object 4"/>
            <p:cNvSpPr/>
            <p:nvPr/>
          </p:nvSpPr>
          <p:spPr>
            <a:xfrm>
              <a:off x="3718559" y="5524490"/>
              <a:ext cx="4754880" cy="27305"/>
            </a:xfrm>
            <a:custGeom>
              <a:avLst/>
              <a:gdLst/>
              <a:ahLst/>
              <a:cxnLst/>
              <a:rect l="l" t="t" r="r" b="b"/>
              <a:pathLst>
                <a:path w="4754880" h="27304">
                  <a:moveTo>
                    <a:pt x="4754880" y="0"/>
                  </a:moveTo>
                  <a:lnTo>
                    <a:pt x="0" y="0"/>
                  </a:lnTo>
                  <a:lnTo>
                    <a:pt x="0" y="26934"/>
                  </a:lnTo>
                  <a:lnTo>
                    <a:pt x="4754880" y="26934"/>
                  </a:lnTo>
                  <a:lnTo>
                    <a:pt x="4754880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 descr="Shopping cart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05927" y="4253484"/>
              <a:ext cx="1335024" cy="12664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95443" y="4287012"/>
              <a:ext cx="3232404" cy="11430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501373" y="6418579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7D7D7D"/>
                </a:solidFill>
                <a:latin typeface="Calibri"/>
                <a:cs typeface="Calibri"/>
              </a:rPr>
              <a:t>56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856730"/>
            <a:ext cx="12189460" cy="1270"/>
          </a:xfrm>
          <a:custGeom>
            <a:avLst/>
            <a:gdLst/>
            <a:ahLst/>
            <a:cxnLst/>
            <a:rect l="l" t="t" r="r" b="b"/>
            <a:pathLst>
              <a:path w="12189460" h="1270">
                <a:moveTo>
                  <a:pt x="0" y="1269"/>
                </a:moveTo>
                <a:lnTo>
                  <a:pt x="12188952" y="1269"/>
                </a:lnTo>
                <a:lnTo>
                  <a:pt x="12188952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375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69900"/>
            <a:ext cx="11708130" cy="5910580"/>
          </a:xfrm>
          <a:custGeom>
            <a:avLst/>
            <a:gdLst/>
            <a:ahLst/>
            <a:cxnLst/>
            <a:rect l="l" t="t" r="r" b="b"/>
            <a:pathLst>
              <a:path w="11708130" h="5910580">
                <a:moveTo>
                  <a:pt x="0" y="5910580"/>
                </a:moveTo>
                <a:lnTo>
                  <a:pt x="11707749" y="5910580"/>
                </a:lnTo>
                <a:lnTo>
                  <a:pt x="11707749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solidFill>
            <a:srgbClr val="375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5019" y="2577541"/>
            <a:ext cx="3964940" cy="177038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60"/>
              </a:spcBef>
            </a:pPr>
            <a:r>
              <a:rPr sz="4400" spc="-10" dirty="0">
                <a:solidFill>
                  <a:srgbClr val="EDEBE0"/>
                </a:solidFill>
                <a:latin typeface="Verdana"/>
                <a:cs typeface="Verdana"/>
              </a:rPr>
              <a:t>Showcasing </a:t>
            </a:r>
            <a:r>
              <a:rPr sz="4400" dirty="0">
                <a:solidFill>
                  <a:srgbClr val="EDEBE0"/>
                </a:solidFill>
                <a:latin typeface="Verdana"/>
                <a:cs typeface="Verdana"/>
              </a:rPr>
              <a:t>Generative</a:t>
            </a:r>
            <a:r>
              <a:rPr sz="4400" spc="-360" dirty="0">
                <a:solidFill>
                  <a:srgbClr val="EDEBE0"/>
                </a:solidFill>
                <a:latin typeface="Verdana"/>
                <a:cs typeface="Verdana"/>
              </a:rPr>
              <a:t> </a:t>
            </a:r>
            <a:r>
              <a:rPr sz="4400" spc="-350" dirty="0">
                <a:solidFill>
                  <a:srgbClr val="EDEBE0"/>
                </a:solidFill>
                <a:latin typeface="Verdana"/>
                <a:cs typeface="Verdana"/>
              </a:rPr>
              <a:t>AI </a:t>
            </a:r>
            <a:r>
              <a:rPr sz="4400" spc="-220" dirty="0">
                <a:solidFill>
                  <a:srgbClr val="EDEBE0"/>
                </a:solidFill>
                <a:latin typeface="Verdana"/>
                <a:cs typeface="Verdana"/>
              </a:rPr>
              <a:t>in</a:t>
            </a:r>
            <a:r>
              <a:rPr sz="4400" spc="-340" dirty="0">
                <a:solidFill>
                  <a:srgbClr val="EDEBE0"/>
                </a:solidFill>
                <a:latin typeface="Verdana"/>
                <a:cs typeface="Verdana"/>
              </a:rPr>
              <a:t> </a:t>
            </a:r>
            <a:r>
              <a:rPr sz="4400" spc="-10" dirty="0">
                <a:solidFill>
                  <a:srgbClr val="EBEBEB"/>
                </a:solidFill>
                <a:latin typeface="Verdana"/>
                <a:cs typeface="Verdana"/>
              </a:rPr>
              <a:t>Ecommerce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85715" y="721091"/>
            <a:ext cx="7060565" cy="194056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469900" marR="5080" indent="-457200">
              <a:lnSpc>
                <a:spcPct val="142300"/>
              </a:lnSpc>
              <a:spcBef>
                <a:spcPts val="745"/>
              </a:spcBef>
              <a:buClr>
                <a:srgbClr val="85D1D7"/>
              </a:buClr>
              <a:buSzPct val="42622"/>
              <a:buFont typeface="Calibri"/>
              <a:buChar char="●"/>
              <a:tabLst>
                <a:tab pos="469900" algn="l"/>
              </a:tabLst>
            </a:pPr>
            <a:r>
              <a:rPr sz="3050" b="1" spc="-90" dirty="0">
                <a:solidFill>
                  <a:srgbClr val="FFFFFF"/>
                </a:solidFill>
                <a:latin typeface="Tahoma"/>
                <a:cs typeface="Tahoma"/>
              </a:rPr>
              <a:t>Rabbit</a:t>
            </a:r>
            <a:r>
              <a:rPr sz="3050" b="1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50" b="1" dirty="0">
                <a:solidFill>
                  <a:srgbClr val="FFFFFF"/>
                </a:solidFill>
                <a:latin typeface="Tahoma"/>
                <a:cs typeface="Tahoma"/>
              </a:rPr>
              <a:t>AI</a:t>
            </a:r>
            <a:r>
              <a:rPr sz="3050" b="1" spc="2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spc="-22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75" dirty="0">
                <a:solidFill>
                  <a:srgbClr val="FFFFFF"/>
                </a:solidFill>
                <a:latin typeface="Verdana"/>
                <a:cs typeface="Verdana"/>
              </a:rPr>
              <a:t>an</a:t>
            </a:r>
            <a:r>
              <a:rPr sz="2100" spc="-185" dirty="0">
                <a:solidFill>
                  <a:srgbClr val="FFFFFF"/>
                </a:solidFill>
                <a:latin typeface="Verdana"/>
                <a:cs typeface="Verdana"/>
              </a:rPr>
              <a:t> AI-</a:t>
            </a:r>
            <a:r>
              <a:rPr sz="2100" spc="65" dirty="0">
                <a:solidFill>
                  <a:srgbClr val="FFFFFF"/>
                </a:solidFill>
                <a:latin typeface="Verdana"/>
                <a:cs typeface="Verdana"/>
              </a:rPr>
              <a:t>powered</a:t>
            </a:r>
            <a:r>
              <a:rPr sz="21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shopping</a:t>
            </a:r>
            <a:r>
              <a:rPr sz="21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assistant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support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65" dirty="0">
                <a:solidFill>
                  <a:srgbClr val="FFFFFF"/>
                </a:solidFill>
                <a:latin typeface="Verdana"/>
                <a:cs typeface="Verdana"/>
              </a:rPr>
              <a:t>arabic</a:t>
            </a: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globally.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Calibri"/>
              <a:buChar char="●"/>
            </a:pPr>
            <a:endParaRPr sz="2100">
              <a:latin typeface="Verdana"/>
              <a:cs typeface="Verdana"/>
            </a:endParaRPr>
          </a:p>
          <a:p>
            <a:pPr marL="497205" indent="-484505">
              <a:lnSpc>
                <a:spcPct val="100000"/>
              </a:lnSpc>
              <a:buSzPct val="76190"/>
              <a:buChar char="●"/>
              <a:tabLst>
                <a:tab pos="497205" algn="l"/>
              </a:tabLst>
            </a:pPr>
            <a:r>
              <a:rPr sz="2100" spc="95" dirty="0">
                <a:solidFill>
                  <a:srgbClr val="FFFFFF"/>
                </a:solidFill>
                <a:latin typeface="Verdana"/>
                <a:cs typeface="Verdana"/>
              </a:rPr>
              <a:t>One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80" dirty="0">
                <a:solidFill>
                  <a:srgbClr val="FFFFFF"/>
                </a:solidFill>
                <a:latin typeface="Verdana"/>
                <a:cs typeface="Verdana"/>
              </a:rPr>
              <a:t>first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mainstream</a:t>
            </a:r>
            <a:r>
              <a:rPr sz="21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FFFFFF"/>
                </a:solidFill>
                <a:latin typeface="Verdana"/>
                <a:cs typeface="Verdana"/>
              </a:rPr>
              <a:t>implementations</a:t>
            </a: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AI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2915" y="2798444"/>
            <a:ext cx="201041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21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middle</a:t>
            </a:r>
            <a:r>
              <a:rPr sz="21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east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85715" y="3450717"/>
            <a:ext cx="183388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35"/>
              </a:spcBef>
              <a:buClr>
                <a:srgbClr val="85D1D7"/>
              </a:buClr>
              <a:buSzPct val="61904"/>
              <a:buFont typeface="Calibri"/>
              <a:buChar char="●"/>
              <a:tabLst>
                <a:tab pos="469265" algn="l"/>
              </a:tabLst>
            </a:pP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Rabbit</a:t>
            </a:r>
            <a:r>
              <a:rPr sz="21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60" dirty="0">
                <a:solidFill>
                  <a:srgbClr val="FFFFFF"/>
                </a:solidFill>
                <a:latin typeface="Verdana"/>
                <a:cs typeface="Verdana"/>
              </a:rPr>
              <a:t>AI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41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91910" y="4102684"/>
            <a:ext cx="5401945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25450" indent="-412750">
              <a:lnSpc>
                <a:spcPct val="100000"/>
              </a:lnSpc>
              <a:spcBef>
                <a:spcPts val="135"/>
              </a:spcBef>
              <a:buClr>
                <a:srgbClr val="85D1D7"/>
              </a:buClr>
              <a:buSzPct val="61904"/>
              <a:buFont typeface="Calibri"/>
              <a:buChar char="○"/>
              <a:tabLst>
                <a:tab pos="425450" algn="l"/>
              </a:tabLst>
            </a:pPr>
            <a:r>
              <a:rPr sz="2100" spc="90" dirty="0">
                <a:solidFill>
                  <a:srgbClr val="FFFFFF"/>
                </a:solidFill>
                <a:latin typeface="Verdana"/>
                <a:cs typeface="Verdana"/>
              </a:rPr>
              <a:t>Meal</a:t>
            </a:r>
            <a:r>
              <a:rPr sz="21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planning,</a:t>
            </a: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ingredient</a:t>
            </a:r>
            <a:r>
              <a:rPr sz="21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40" dirty="0">
                <a:solidFill>
                  <a:srgbClr val="FFFFFF"/>
                </a:solidFill>
                <a:latin typeface="Verdana"/>
                <a:cs typeface="Verdana"/>
              </a:rPr>
              <a:t>suggestions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85715" y="4591050"/>
            <a:ext cx="7040880" cy="165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31900">
              <a:lnSpc>
                <a:spcPct val="100000"/>
              </a:lnSpc>
              <a:spcBef>
                <a:spcPts val="135"/>
              </a:spcBef>
            </a:pP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grocery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75" dirty="0">
                <a:solidFill>
                  <a:srgbClr val="FFFFFF"/>
                </a:solidFill>
                <a:latin typeface="Verdana"/>
                <a:cs typeface="Verdana"/>
              </a:rPr>
              <a:t>list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creation</a:t>
            </a:r>
            <a:r>
              <a:rPr sz="2100" spc="-8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100" spc="9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product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search.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100">
              <a:latin typeface="Verdana"/>
              <a:cs typeface="Verdana"/>
            </a:endParaRPr>
          </a:p>
          <a:p>
            <a:pPr marL="497205" indent="-484505">
              <a:lnSpc>
                <a:spcPct val="100000"/>
              </a:lnSpc>
              <a:buSzPct val="76190"/>
              <a:buChar char="●"/>
              <a:tabLst>
                <a:tab pos="497205" algn="l"/>
              </a:tabLst>
            </a:pP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LLM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integrated</a:t>
            </a:r>
            <a:r>
              <a:rPr sz="2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5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21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ChatGPT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FFFFFF"/>
              </a:buClr>
              <a:buFont typeface="Verdana"/>
              <a:buChar char="●"/>
            </a:pPr>
            <a:endParaRPr sz="2100">
              <a:latin typeface="Verdana"/>
              <a:cs typeface="Verdana"/>
            </a:endParaRPr>
          </a:p>
          <a:p>
            <a:pPr marL="497205" indent="-484505">
              <a:lnSpc>
                <a:spcPct val="100000"/>
              </a:lnSpc>
              <a:buSzPct val="76190"/>
              <a:buChar char="●"/>
              <a:tabLst>
                <a:tab pos="497205" algn="l"/>
              </a:tabLst>
            </a:pP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Use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GEN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60" dirty="0">
                <a:solidFill>
                  <a:srgbClr val="FFFFFF"/>
                </a:solidFill>
                <a:latin typeface="Verdana"/>
                <a:cs typeface="Verdana"/>
              </a:rPr>
              <a:t>AI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8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1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75" dirty="0">
                <a:solidFill>
                  <a:srgbClr val="FFFFFF"/>
                </a:solidFill>
                <a:latin typeface="Verdana"/>
                <a:cs typeface="Verdana"/>
              </a:rPr>
              <a:t>Machine</a:t>
            </a:r>
            <a:r>
              <a:rPr sz="21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learning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40" dirty="0">
                <a:solidFill>
                  <a:srgbClr val="FFFFFF"/>
                </a:solidFill>
                <a:latin typeface="Verdana"/>
                <a:cs typeface="Verdana"/>
              </a:rPr>
              <a:t>deep</a:t>
            </a:r>
            <a:r>
              <a:rPr sz="21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learning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-1524" y="0"/>
            <a:ext cx="12192000" cy="6856730"/>
          </a:xfrm>
          <a:custGeom>
            <a:avLst/>
            <a:gdLst/>
            <a:ahLst/>
            <a:cxnLst/>
            <a:rect l="l" t="t" r="r" b="b"/>
            <a:pathLst>
              <a:path w="12192000" h="6856730">
                <a:moveTo>
                  <a:pt x="12192000" y="469912"/>
                </a:moveTo>
                <a:lnTo>
                  <a:pt x="11709273" y="469900"/>
                </a:lnTo>
                <a:lnTo>
                  <a:pt x="11709273" y="6380226"/>
                </a:lnTo>
                <a:lnTo>
                  <a:pt x="12192000" y="6380226"/>
                </a:lnTo>
                <a:lnTo>
                  <a:pt x="12192000" y="469912"/>
                </a:lnTo>
                <a:close/>
              </a:path>
              <a:path w="12192000" h="6856730">
                <a:moveTo>
                  <a:pt x="12192000" y="0"/>
                </a:moveTo>
                <a:lnTo>
                  <a:pt x="0" y="0"/>
                </a:lnTo>
                <a:lnTo>
                  <a:pt x="0" y="469900"/>
                </a:lnTo>
                <a:lnTo>
                  <a:pt x="0" y="6380480"/>
                </a:lnTo>
                <a:lnTo>
                  <a:pt x="0" y="6856730"/>
                </a:lnTo>
                <a:lnTo>
                  <a:pt x="12192000" y="6856730"/>
                </a:lnTo>
                <a:lnTo>
                  <a:pt x="12192000" y="6380480"/>
                </a:lnTo>
                <a:lnTo>
                  <a:pt x="476377" y="6380480"/>
                </a:lnTo>
                <a:lnTo>
                  <a:pt x="476377" y="469900"/>
                </a:lnTo>
                <a:lnTo>
                  <a:pt x="11709273" y="469900"/>
                </a:lnTo>
                <a:lnTo>
                  <a:pt x="12192000" y="4699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483340" y="6442571"/>
            <a:ext cx="162560" cy="1079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4F81BC"/>
                </a:solidFill>
                <a:latin typeface="Verdana"/>
                <a:cs typeface="Verdana"/>
              </a:rPr>
              <a:t>79</a:t>
            </a:r>
            <a:endParaRPr sz="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6600" y="211836"/>
            <a:ext cx="5286756" cy="648919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83340" y="6442571"/>
            <a:ext cx="162560" cy="1079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4F81BC"/>
                </a:solidFill>
                <a:latin typeface="Verdana"/>
                <a:cs typeface="Verdana"/>
              </a:rPr>
              <a:t>80</a:t>
            </a:r>
            <a:endParaRPr sz="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91305" y="2746324"/>
            <a:ext cx="502094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50" dirty="0">
                <a:solidFill>
                  <a:srgbClr val="000000"/>
                </a:solidFill>
              </a:rPr>
              <a:t>Wha</a:t>
            </a:r>
            <a:r>
              <a:rPr sz="6600" spc="80" dirty="0">
                <a:solidFill>
                  <a:srgbClr val="000000"/>
                </a:solidFill>
              </a:rPr>
              <a:t>t</a:t>
            </a:r>
            <a:r>
              <a:rPr sz="6600" spc="-465" dirty="0">
                <a:solidFill>
                  <a:srgbClr val="000000"/>
                </a:solidFill>
              </a:rPr>
              <a:t>’</a:t>
            </a:r>
            <a:r>
              <a:rPr sz="6600" dirty="0">
                <a:solidFill>
                  <a:srgbClr val="000000"/>
                </a:solidFill>
              </a:rPr>
              <a:t>s</a:t>
            </a:r>
            <a:r>
              <a:rPr sz="6600" spc="-420" dirty="0">
                <a:solidFill>
                  <a:srgbClr val="000000"/>
                </a:solidFill>
              </a:rPr>
              <a:t> </a:t>
            </a:r>
            <a:r>
              <a:rPr sz="6600" spc="-10" dirty="0">
                <a:solidFill>
                  <a:srgbClr val="000000"/>
                </a:solidFill>
              </a:rPr>
              <a:t>next?</a:t>
            </a:r>
            <a:endParaRPr sz="6600"/>
          </a:p>
        </p:txBody>
      </p:sp>
      <p:sp>
        <p:nvSpPr>
          <p:cNvPr id="3" name="object 3"/>
          <p:cNvSpPr/>
          <p:nvPr/>
        </p:nvSpPr>
        <p:spPr>
          <a:xfrm>
            <a:off x="3718559" y="5524489"/>
            <a:ext cx="4754880" cy="27305"/>
          </a:xfrm>
          <a:custGeom>
            <a:avLst/>
            <a:gdLst/>
            <a:ahLst/>
            <a:cxnLst/>
            <a:rect l="l" t="t" r="r" b="b"/>
            <a:pathLst>
              <a:path w="4754880" h="27304">
                <a:moveTo>
                  <a:pt x="4754880" y="0"/>
                </a:moveTo>
                <a:lnTo>
                  <a:pt x="0" y="0"/>
                </a:lnTo>
                <a:lnTo>
                  <a:pt x="0" y="26934"/>
                </a:lnTo>
                <a:lnTo>
                  <a:pt x="4754880" y="26934"/>
                </a:lnTo>
                <a:lnTo>
                  <a:pt x="4754880" y="0"/>
                </a:lnTo>
                <a:close/>
              </a:path>
            </a:pathLst>
          </a:custGeom>
          <a:solidFill>
            <a:srgbClr val="EB7B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01373" y="6418579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7D7D7D"/>
                </a:solidFill>
                <a:latin typeface="Calibri"/>
                <a:cs typeface="Calibri"/>
              </a:rPr>
              <a:t>59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532" y="6345935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20">
                <a:moveTo>
                  <a:pt x="0" y="0"/>
                </a:moveTo>
                <a:lnTo>
                  <a:pt x="10516997" y="7124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532" y="1013460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19">
                <a:moveTo>
                  <a:pt x="0" y="0"/>
                </a:moveTo>
                <a:lnTo>
                  <a:pt x="10516997" y="7112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8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Essential</a:t>
            </a:r>
            <a:r>
              <a:rPr spc="-55" dirty="0"/>
              <a:t> </a:t>
            </a:r>
            <a:r>
              <a:rPr dirty="0"/>
              <a:t>Skills</a:t>
            </a:r>
            <a:r>
              <a:rPr spc="-25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Generative</a:t>
            </a:r>
            <a:r>
              <a:rPr spc="-55" dirty="0"/>
              <a:t> </a:t>
            </a:r>
            <a:r>
              <a:rPr dirty="0"/>
              <a:t>AI</a:t>
            </a:r>
            <a:r>
              <a:rPr spc="-20" dirty="0"/>
              <a:t> </a:t>
            </a:r>
            <a:r>
              <a:rPr spc="-10" dirty="0"/>
              <a:t>Engineers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6531" y="1169776"/>
            <a:ext cx="4556760" cy="496379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7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Programming</a:t>
            </a:r>
            <a:r>
              <a:rPr sz="18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Proficiency:</a:t>
            </a:r>
            <a:endParaRPr sz="1800">
              <a:latin typeface="Arial"/>
              <a:cs typeface="Arial"/>
            </a:endParaRPr>
          </a:p>
          <a:p>
            <a:pPr marL="393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 MT"/>
                <a:cs typeface="Arial MT"/>
              </a:rPr>
              <a:t>Python,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TensorFlow,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PyTorch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Machine</a:t>
            </a:r>
            <a:r>
              <a:rPr sz="1800" b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Learning</a:t>
            </a:r>
            <a:r>
              <a:rPr sz="18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&amp;</a:t>
            </a:r>
            <a:r>
              <a:rPr sz="18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Deep</a:t>
            </a: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 Learning:</a:t>
            </a:r>
            <a:endParaRPr sz="1800">
              <a:latin typeface="Arial"/>
              <a:cs typeface="Arial"/>
            </a:endParaRPr>
          </a:p>
          <a:p>
            <a:pPr marL="393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 MT"/>
                <a:cs typeface="Arial MT"/>
              </a:rPr>
              <a:t>Understanding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algorithms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models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Natural</a:t>
            </a:r>
            <a:r>
              <a:rPr sz="18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Language</a:t>
            </a:r>
            <a:r>
              <a:rPr sz="18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Processing</a:t>
            </a:r>
            <a:r>
              <a:rPr sz="1800" b="1" spc="-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(NLP):</a:t>
            </a:r>
            <a:endParaRPr sz="1800">
              <a:latin typeface="Arial"/>
              <a:cs typeface="Arial"/>
            </a:endParaRPr>
          </a:p>
          <a:p>
            <a:pPr marL="393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 MT"/>
                <a:cs typeface="Arial MT"/>
              </a:rPr>
              <a:t>Key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 </a:t>
            </a:r>
            <a:r>
              <a:rPr sz="1800" spc="-10" dirty="0">
                <a:latin typeface="Arial MT"/>
                <a:cs typeface="Arial MT"/>
              </a:rPr>
              <a:t>text-</a:t>
            </a:r>
            <a:r>
              <a:rPr sz="1800" dirty="0">
                <a:latin typeface="Arial MT"/>
                <a:cs typeface="Arial MT"/>
              </a:rPr>
              <a:t>based AI </a:t>
            </a:r>
            <a:r>
              <a:rPr sz="1800" spc="-10" dirty="0">
                <a:latin typeface="Arial MT"/>
                <a:cs typeface="Arial MT"/>
              </a:rPr>
              <a:t>applications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Data</a:t>
            </a:r>
            <a:r>
              <a:rPr sz="1800" b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Handling</a:t>
            </a:r>
            <a:r>
              <a:rPr sz="1800" b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&amp;</a:t>
            </a:r>
            <a:r>
              <a:rPr sz="18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Analysis:</a:t>
            </a:r>
            <a:endParaRPr sz="1800">
              <a:latin typeface="Arial"/>
              <a:cs typeface="Arial"/>
            </a:endParaRPr>
          </a:p>
          <a:p>
            <a:pPr marL="393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 MT"/>
                <a:cs typeface="Arial MT"/>
              </a:rPr>
              <a:t>Managing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interpreting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large</a:t>
            </a:r>
            <a:r>
              <a:rPr sz="1800" spc="-10" dirty="0">
                <a:latin typeface="Arial MT"/>
                <a:cs typeface="Arial MT"/>
              </a:rPr>
              <a:t> datasets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Mathematical</a:t>
            </a: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&amp;</a:t>
            </a:r>
            <a:r>
              <a:rPr sz="1800" b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Statistical</a:t>
            </a: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 Skills:</a:t>
            </a:r>
            <a:endParaRPr sz="1800">
              <a:latin typeface="Arial"/>
              <a:cs typeface="Arial"/>
            </a:endParaRPr>
          </a:p>
          <a:p>
            <a:pPr marL="393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 MT"/>
                <a:cs typeface="Arial MT"/>
              </a:rPr>
              <a:t>Essential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development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Software</a:t>
            </a:r>
            <a:r>
              <a:rPr sz="1800" b="1" spc="-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Development:</a:t>
            </a:r>
            <a:endParaRPr sz="1800">
              <a:latin typeface="Arial"/>
              <a:cs typeface="Arial"/>
            </a:endParaRPr>
          </a:p>
          <a:p>
            <a:pPr marL="32956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 MT"/>
                <a:cs typeface="Arial MT"/>
              </a:rPr>
              <a:t>Integrating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AI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10" dirty="0">
                <a:latin typeface="Arial MT"/>
                <a:cs typeface="Arial MT"/>
              </a:rPr>
              <a:t> application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0" y="4072128"/>
            <a:ext cx="4152900" cy="22174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05332" y="6355850"/>
            <a:ext cx="16256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55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483" y="6342888"/>
            <a:ext cx="10523220" cy="267970"/>
            <a:chOff x="824483" y="6342888"/>
            <a:chExt cx="10523220" cy="267970"/>
          </a:xfrm>
        </p:grpSpPr>
        <p:sp>
          <p:nvSpPr>
            <p:cNvPr id="3" name="object 3"/>
            <p:cNvSpPr/>
            <p:nvPr/>
          </p:nvSpPr>
          <p:spPr>
            <a:xfrm>
              <a:off x="827531" y="6345936"/>
              <a:ext cx="10517505" cy="7620"/>
            </a:xfrm>
            <a:custGeom>
              <a:avLst/>
              <a:gdLst/>
              <a:ahLst/>
              <a:cxnLst/>
              <a:rect l="l" t="t" r="r" b="b"/>
              <a:pathLst>
                <a:path w="10517505" h="7620">
                  <a:moveTo>
                    <a:pt x="0" y="0"/>
                  </a:moveTo>
                  <a:lnTo>
                    <a:pt x="10516997" y="7124"/>
                  </a:lnTo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531" y="6347460"/>
              <a:ext cx="519430" cy="263525"/>
            </a:xfrm>
            <a:custGeom>
              <a:avLst/>
              <a:gdLst/>
              <a:ahLst/>
              <a:cxnLst/>
              <a:rect l="l" t="t" r="r" b="b"/>
              <a:pathLst>
                <a:path w="519430" h="263525">
                  <a:moveTo>
                    <a:pt x="519417" y="0"/>
                  </a:moveTo>
                  <a:lnTo>
                    <a:pt x="0" y="0"/>
                  </a:lnTo>
                  <a:lnTo>
                    <a:pt x="0" y="263029"/>
                  </a:lnTo>
                  <a:lnTo>
                    <a:pt x="519417" y="263029"/>
                  </a:lnTo>
                  <a:lnTo>
                    <a:pt x="51941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27532" y="1013460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19">
                <a:moveTo>
                  <a:pt x="0" y="0"/>
                </a:moveTo>
                <a:lnTo>
                  <a:pt x="10516997" y="7112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7532" y="6345935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20">
                <a:moveTo>
                  <a:pt x="0" y="0"/>
                </a:moveTo>
                <a:lnTo>
                  <a:pt x="10516997" y="7124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7532" y="1013460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19">
                <a:moveTo>
                  <a:pt x="0" y="0"/>
                </a:moveTo>
                <a:lnTo>
                  <a:pt x="10516997" y="7112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8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Essential</a:t>
            </a:r>
            <a:r>
              <a:rPr spc="-55" dirty="0"/>
              <a:t> </a:t>
            </a:r>
            <a:r>
              <a:rPr dirty="0"/>
              <a:t>Skills</a:t>
            </a:r>
            <a:r>
              <a:rPr spc="-25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Generative</a:t>
            </a:r>
            <a:r>
              <a:rPr spc="-55" dirty="0"/>
              <a:t> </a:t>
            </a:r>
            <a:r>
              <a:rPr dirty="0"/>
              <a:t>AI</a:t>
            </a:r>
            <a:r>
              <a:rPr spc="-20" dirty="0"/>
              <a:t> </a:t>
            </a:r>
            <a:r>
              <a:rPr spc="-10" dirty="0"/>
              <a:t>Engineers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1319271"/>
            <a:ext cx="7239000" cy="494741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05332" y="6355850"/>
            <a:ext cx="16256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55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7176" y="25398"/>
            <a:ext cx="1770423" cy="68325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255" y="-4762"/>
            <a:ext cx="10177780" cy="6867525"/>
            <a:chOff x="90525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255" y="25398"/>
              <a:ext cx="1785749" cy="68325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043" y="0"/>
              <a:ext cx="9964420" cy="6858000"/>
            </a:xfrm>
            <a:custGeom>
              <a:avLst/>
              <a:gdLst/>
              <a:ahLst/>
              <a:cxnLst/>
              <a:rect l="l" t="t" r="r" b="b"/>
              <a:pathLst>
                <a:path w="9964420" h="6858000">
                  <a:moveTo>
                    <a:pt x="8368030" y="0"/>
                  </a:moveTo>
                  <a:lnTo>
                    <a:pt x="1595882" y="0"/>
                  </a:lnTo>
                  <a:lnTo>
                    <a:pt x="1459230" y="130301"/>
                  </a:lnTo>
                  <a:lnTo>
                    <a:pt x="1425194" y="164719"/>
                  </a:lnTo>
                  <a:lnTo>
                    <a:pt x="1391412" y="199390"/>
                  </a:lnTo>
                  <a:lnTo>
                    <a:pt x="1358011" y="234442"/>
                  </a:lnTo>
                  <a:lnTo>
                    <a:pt x="1324991" y="269875"/>
                  </a:lnTo>
                  <a:lnTo>
                    <a:pt x="1292225" y="305561"/>
                  </a:lnTo>
                  <a:lnTo>
                    <a:pt x="1259839" y="341629"/>
                  </a:lnTo>
                  <a:lnTo>
                    <a:pt x="1227836" y="377951"/>
                  </a:lnTo>
                  <a:lnTo>
                    <a:pt x="1196086" y="414527"/>
                  </a:lnTo>
                  <a:lnTo>
                    <a:pt x="1164717" y="451485"/>
                  </a:lnTo>
                  <a:lnTo>
                    <a:pt x="1133729" y="488823"/>
                  </a:lnTo>
                  <a:lnTo>
                    <a:pt x="1103122" y="526288"/>
                  </a:lnTo>
                  <a:lnTo>
                    <a:pt x="1072895" y="564134"/>
                  </a:lnTo>
                  <a:lnTo>
                    <a:pt x="1043051" y="602361"/>
                  </a:lnTo>
                  <a:lnTo>
                    <a:pt x="1013460" y="640841"/>
                  </a:lnTo>
                  <a:lnTo>
                    <a:pt x="984250" y="679576"/>
                  </a:lnTo>
                  <a:lnTo>
                    <a:pt x="955548" y="718565"/>
                  </a:lnTo>
                  <a:lnTo>
                    <a:pt x="927100" y="757936"/>
                  </a:lnTo>
                  <a:lnTo>
                    <a:pt x="899032" y="797560"/>
                  </a:lnTo>
                  <a:lnTo>
                    <a:pt x="871347" y="837438"/>
                  </a:lnTo>
                  <a:lnTo>
                    <a:pt x="844042" y="877697"/>
                  </a:lnTo>
                  <a:lnTo>
                    <a:pt x="817118" y="918083"/>
                  </a:lnTo>
                  <a:lnTo>
                    <a:pt x="790575" y="958850"/>
                  </a:lnTo>
                  <a:lnTo>
                    <a:pt x="764413" y="999871"/>
                  </a:lnTo>
                  <a:lnTo>
                    <a:pt x="738758" y="1041146"/>
                  </a:lnTo>
                  <a:lnTo>
                    <a:pt x="713358" y="1082802"/>
                  </a:lnTo>
                  <a:lnTo>
                    <a:pt x="688339" y="1124585"/>
                  </a:lnTo>
                  <a:lnTo>
                    <a:pt x="663829" y="1166622"/>
                  </a:lnTo>
                  <a:lnTo>
                    <a:pt x="639699" y="1209039"/>
                  </a:lnTo>
                  <a:lnTo>
                    <a:pt x="615950" y="1251585"/>
                  </a:lnTo>
                  <a:lnTo>
                    <a:pt x="592582" y="1294511"/>
                  </a:lnTo>
                  <a:lnTo>
                    <a:pt x="569594" y="1337564"/>
                  </a:lnTo>
                  <a:lnTo>
                    <a:pt x="547116" y="1380871"/>
                  </a:lnTo>
                  <a:lnTo>
                    <a:pt x="525018" y="1424559"/>
                  </a:lnTo>
                  <a:lnTo>
                    <a:pt x="503300" y="1468374"/>
                  </a:lnTo>
                  <a:lnTo>
                    <a:pt x="481965" y="1512442"/>
                  </a:lnTo>
                  <a:lnTo>
                    <a:pt x="461137" y="1556765"/>
                  </a:lnTo>
                  <a:lnTo>
                    <a:pt x="440690" y="1601342"/>
                  </a:lnTo>
                  <a:lnTo>
                    <a:pt x="420750" y="1646174"/>
                  </a:lnTo>
                  <a:lnTo>
                    <a:pt x="401066" y="1691259"/>
                  </a:lnTo>
                  <a:lnTo>
                    <a:pt x="382016" y="1736471"/>
                  </a:lnTo>
                  <a:lnTo>
                    <a:pt x="363219" y="1781937"/>
                  </a:lnTo>
                  <a:lnTo>
                    <a:pt x="344931" y="1827657"/>
                  </a:lnTo>
                  <a:lnTo>
                    <a:pt x="327152" y="1873630"/>
                  </a:lnTo>
                  <a:lnTo>
                    <a:pt x="309753" y="1919732"/>
                  </a:lnTo>
                  <a:lnTo>
                    <a:pt x="292862" y="1966214"/>
                  </a:lnTo>
                  <a:lnTo>
                    <a:pt x="276352" y="2012696"/>
                  </a:lnTo>
                  <a:lnTo>
                    <a:pt x="260222" y="2059559"/>
                  </a:lnTo>
                  <a:lnTo>
                    <a:pt x="244728" y="2106549"/>
                  </a:lnTo>
                  <a:lnTo>
                    <a:pt x="229489" y="2153792"/>
                  </a:lnTo>
                  <a:lnTo>
                    <a:pt x="214884" y="2201164"/>
                  </a:lnTo>
                  <a:lnTo>
                    <a:pt x="200659" y="2248789"/>
                  </a:lnTo>
                  <a:lnTo>
                    <a:pt x="186817" y="2296541"/>
                  </a:lnTo>
                  <a:lnTo>
                    <a:pt x="173609" y="2344547"/>
                  </a:lnTo>
                  <a:lnTo>
                    <a:pt x="160781" y="2392807"/>
                  </a:lnTo>
                  <a:lnTo>
                    <a:pt x="148399" y="2441194"/>
                  </a:lnTo>
                  <a:lnTo>
                    <a:pt x="136512" y="2489835"/>
                  </a:lnTo>
                  <a:lnTo>
                    <a:pt x="125107" y="2538476"/>
                  </a:lnTo>
                  <a:lnTo>
                    <a:pt x="114185" y="2587498"/>
                  </a:lnTo>
                  <a:lnTo>
                    <a:pt x="103746" y="2636647"/>
                  </a:lnTo>
                  <a:lnTo>
                    <a:pt x="93789" y="2685923"/>
                  </a:lnTo>
                  <a:lnTo>
                    <a:pt x="84315" y="2735453"/>
                  </a:lnTo>
                  <a:lnTo>
                    <a:pt x="75323" y="2784983"/>
                  </a:lnTo>
                  <a:lnTo>
                    <a:pt x="66840" y="2834894"/>
                  </a:lnTo>
                  <a:lnTo>
                    <a:pt x="58839" y="2884804"/>
                  </a:lnTo>
                  <a:lnTo>
                    <a:pt x="51346" y="2934970"/>
                  </a:lnTo>
                  <a:lnTo>
                    <a:pt x="44348" y="2985262"/>
                  </a:lnTo>
                  <a:lnTo>
                    <a:pt x="37846" y="3035808"/>
                  </a:lnTo>
                  <a:lnTo>
                    <a:pt x="31851" y="3086354"/>
                  </a:lnTo>
                  <a:lnTo>
                    <a:pt x="26365" y="3137154"/>
                  </a:lnTo>
                  <a:lnTo>
                    <a:pt x="21399" y="3188080"/>
                  </a:lnTo>
                  <a:lnTo>
                    <a:pt x="16929" y="3239262"/>
                  </a:lnTo>
                  <a:lnTo>
                    <a:pt x="12979" y="3290442"/>
                  </a:lnTo>
                  <a:lnTo>
                    <a:pt x="9550" y="3341751"/>
                  </a:lnTo>
                  <a:lnTo>
                    <a:pt x="6642" y="3393313"/>
                  </a:lnTo>
                  <a:lnTo>
                    <a:pt x="4254" y="3445002"/>
                  </a:lnTo>
                  <a:lnTo>
                    <a:pt x="2400" y="3496817"/>
                  </a:lnTo>
                  <a:lnTo>
                    <a:pt x="1066" y="3548634"/>
                  </a:lnTo>
                  <a:lnTo>
                    <a:pt x="266" y="3600704"/>
                  </a:lnTo>
                  <a:lnTo>
                    <a:pt x="0" y="3652901"/>
                  </a:lnTo>
                  <a:lnTo>
                    <a:pt x="266" y="3705225"/>
                  </a:lnTo>
                  <a:lnTo>
                    <a:pt x="1066" y="3757295"/>
                  </a:lnTo>
                  <a:lnTo>
                    <a:pt x="2412" y="3809365"/>
                  </a:lnTo>
                  <a:lnTo>
                    <a:pt x="4279" y="3861180"/>
                  </a:lnTo>
                  <a:lnTo>
                    <a:pt x="6667" y="3912870"/>
                  </a:lnTo>
                  <a:lnTo>
                    <a:pt x="9588" y="3964558"/>
                  </a:lnTo>
                  <a:lnTo>
                    <a:pt x="13030" y="4015994"/>
                  </a:lnTo>
                  <a:lnTo>
                    <a:pt x="16992" y="4067302"/>
                  </a:lnTo>
                  <a:lnTo>
                    <a:pt x="21475" y="4118482"/>
                  </a:lnTo>
                  <a:lnTo>
                    <a:pt x="26466" y="4169537"/>
                  </a:lnTo>
                  <a:lnTo>
                    <a:pt x="31965" y="4220337"/>
                  </a:lnTo>
                  <a:lnTo>
                    <a:pt x="37985" y="4271010"/>
                  </a:lnTo>
                  <a:lnTo>
                    <a:pt x="44500" y="4321683"/>
                  </a:lnTo>
                  <a:lnTo>
                    <a:pt x="51523" y="4371975"/>
                  </a:lnTo>
                  <a:lnTo>
                    <a:pt x="59055" y="4422267"/>
                  </a:lnTo>
                  <a:lnTo>
                    <a:pt x="67081" y="4472305"/>
                  </a:lnTo>
                  <a:lnTo>
                    <a:pt x="75603" y="4522216"/>
                  </a:lnTo>
                  <a:lnTo>
                    <a:pt x="84607" y="4572000"/>
                  </a:lnTo>
                  <a:lnTo>
                    <a:pt x="94119" y="4621530"/>
                  </a:lnTo>
                  <a:lnTo>
                    <a:pt x="104114" y="4670933"/>
                  </a:lnTo>
                  <a:lnTo>
                    <a:pt x="114592" y="4720082"/>
                  </a:lnTo>
                  <a:lnTo>
                    <a:pt x="125552" y="4769104"/>
                  </a:lnTo>
                  <a:lnTo>
                    <a:pt x="136994" y="4817999"/>
                  </a:lnTo>
                  <a:lnTo>
                    <a:pt x="148920" y="4866640"/>
                  </a:lnTo>
                  <a:lnTo>
                    <a:pt x="161290" y="4915154"/>
                  </a:lnTo>
                  <a:lnTo>
                    <a:pt x="174244" y="4963414"/>
                  </a:lnTo>
                  <a:lnTo>
                    <a:pt x="187578" y="5011420"/>
                  </a:lnTo>
                  <a:lnTo>
                    <a:pt x="201294" y="5059299"/>
                  </a:lnTo>
                  <a:lnTo>
                    <a:pt x="215646" y="5107051"/>
                  </a:lnTo>
                  <a:lnTo>
                    <a:pt x="230378" y="5154549"/>
                  </a:lnTo>
                  <a:lnTo>
                    <a:pt x="245490" y="5201793"/>
                  </a:lnTo>
                  <a:lnTo>
                    <a:pt x="261112" y="5248910"/>
                  </a:lnTo>
                  <a:lnTo>
                    <a:pt x="277241" y="5295773"/>
                  </a:lnTo>
                  <a:lnTo>
                    <a:pt x="293878" y="5342382"/>
                  </a:lnTo>
                  <a:lnTo>
                    <a:pt x="310896" y="5388864"/>
                  </a:lnTo>
                  <a:lnTo>
                    <a:pt x="328294" y="5435092"/>
                  </a:lnTo>
                  <a:lnTo>
                    <a:pt x="346202" y="5481066"/>
                  </a:lnTo>
                  <a:lnTo>
                    <a:pt x="364490" y="5526913"/>
                  </a:lnTo>
                  <a:lnTo>
                    <a:pt x="383286" y="5572379"/>
                  </a:lnTo>
                  <a:lnTo>
                    <a:pt x="402463" y="5617768"/>
                  </a:lnTo>
                  <a:lnTo>
                    <a:pt x="422147" y="5662866"/>
                  </a:lnTo>
                  <a:lnTo>
                    <a:pt x="442214" y="5707735"/>
                  </a:lnTo>
                  <a:lnTo>
                    <a:pt x="462788" y="5752363"/>
                  </a:lnTo>
                  <a:lnTo>
                    <a:pt x="483616" y="5796762"/>
                  </a:lnTo>
                  <a:lnTo>
                    <a:pt x="505078" y="5840907"/>
                  </a:lnTo>
                  <a:lnTo>
                    <a:pt x="526795" y="5884824"/>
                  </a:lnTo>
                  <a:lnTo>
                    <a:pt x="549020" y="5928487"/>
                  </a:lnTo>
                  <a:lnTo>
                    <a:pt x="571626" y="5971895"/>
                  </a:lnTo>
                  <a:lnTo>
                    <a:pt x="594613" y="6015062"/>
                  </a:lnTo>
                  <a:lnTo>
                    <a:pt x="617982" y="6057976"/>
                  </a:lnTo>
                  <a:lnTo>
                    <a:pt x="641857" y="6100635"/>
                  </a:lnTo>
                  <a:lnTo>
                    <a:pt x="666114" y="6143028"/>
                  </a:lnTo>
                  <a:lnTo>
                    <a:pt x="690753" y="6185154"/>
                  </a:lnTo>
                  <a:lnTo>
                    <a:pt x="715772" y="6227025"/>
                  </a:lnTo>
                  <a:lnTo>
                    <a:pt x="741299" y="6268631"/>
                  </a:lnTo>
                  <a:lnTo>
                    <a:pt x="767080" y="6309969"/>
                  </a:lnTo>
                  <a:lnTo>
                    <a:pt x="793369" y="6351028"/>
                  </a:lnTo>
                  <a:lnTo>
                    <a:pt x="819912" y="6391808"/>
                  </a:lnTo>
                  <a:lnTo>
                    <a:pt x="846963" y="6432321"/>
                  </a:lnTo>
                  <a:lnTo>
                    <a:pt x="874268" y="6472542"/>
                  </a:lnTo>
                  <a:lnTo>
                    <a:pt x="902081" y="6512496"/>
                  </a:lnTo>
                  <a:lnTo>
                    <a:pt x="930275" y="6552158"/>
                  </a:lnTo>
                  <a:lnTo>
                    <a:pt x="958723" y="6591528"/>
                  </a:lnTo>
                  <a:lnTo>
                    <a:pt x="987679" y="6630619"/>
                  </a:lnTo>
                  <a:lnTo>
                    <a:pt x="1016888" y="6669405"/>
                  </a:lnTo>
                  <a:lnTo>
                    <a:pt x="1046480" y="6707898"/>
                  </a:lnTo>
                  <a:lnTo>
                    <a:pt x="1076579" y="6746093"/>
                  </a:lnTo>
                  <a:lnTo>
                    <a:pt x="1106932" y="6783989"/>
                  </a:lnTo>
                  <a:lnTo>
                    <a:pt x="1137666" y="6821581"/>
                  </a:lnTo>
                  <a:lnTo>
                    <a:pt x="1169162" y="6857998"/>
                  </a:lnTo>
                  <a:lnTo>
                    <a:pt x="8794750" y="6857998"/>
                  </a:lnTo>
                  <a:lnTo>
                    <a:pt x="8826246" y="6821581"/>
                  </a:lnTo>
                  <a:lnTo>
                    <a:pt x="8856980" y="6783989"/>
                  </a:lnTo>
                  <a:lnTo>
                    <a:pt x="8887333" y="6746093"/>
                  </a:lnTo>
                  <a:lnTo>
                    <a:pt x="8917432" y="6707898"/>
                  </a:lnTo>
                  <a:lnTo>
                    <a:pt x="8947023" y="6669405"/>
                  </a:lnTo>
                  <a:lnTo>
                    <a:pt x="8976233" y="6630619"/>
                  </a:lnTo>
                  <a:lnTo>
                    <a:pt x="9005189" y="6591528"/>
                  </a:lnTo>
                  <a:lnTo>
                    <a:pt x="9033637" y="6552158"/>
                  </a:lnTo>
                  <a:lnTo>
                    <a:pt x="9061831" y="6512496"/>
                  </a:lnTo>
                  <a:lnTo>
                    <a:pt x="9089644" y="6472542"/>
                  </a:lnTo>
                  <a:lnTo>
                    <a:pt x="9116949" y="6432321"/>
                  </a:lnTo>
                  <a:lnTo>
                    <a:pt x="9144000" y="6391808"/>
                  </a:lnTo>
                  <a:lnTo>
                    <a:pt x="9170542" y="6351028"/>
                  </a:lnTo>
                  <a:lnTo>
                    <a:pt x="9196832" y="6309969"/>
                  </a:lnTo>
                  <a:lnTo>
                    <a:pt x="9222613" y="6268631"/>
                  </a:lnTo>
                  <a:lnTo>
                    <a:pt x="9248140" y="6227025"/>
                  </a:lnTo>
                  <a:lnTo>
                    <a:pt x="9273159" y="6185154"/>
                  </a:lnTo>
                  <a:lnTo>
                    <a:pt x="9297797" y="6143028"/>
                  </a:lnTo>
                  <a:lnTo>
                    <a:pt x="9322054" y="6100635"/>
                  </a:lnTo>
                  <a:lnTo>
                    <a:pt x="9345803" y="6057976"/>
                  </a:lnTo>
                  <a:lnTo>
                    <a:pt x="9369298" y="6015062"/>
                  </a:lnTo>
                  <a:lnTo>
                    <a:pt x="9392285" y="5971895"/>
                  </a:lnTo>
                  <a:lnTo>
                    <a:pt x="9414891" y="5928487"/>
                  </a:lnTo>
                  <a:lnTo>
                    <a:pt x="9437116" y="5884824"/>
                  </a:lnTo>
                  <a:lnTo>
                    <a:pt x="9458833" y="5840907"/>
                  </a:lnTo>
                  <a:lnTo>
                    <a:pt x="9480296" y="5796762"/>
                  </a:lnTo>
                  <a:lnTo>
                    <a:pt x="9501124" y="5752363"/>
                  </a:lnTo>
                  <a:lnTo>
                    <a:pt x="9521698" y="5707735"/>
                  </a:lnTo>
                  <a:lnTo>
                    <a:pt x="9541764" y="5662866"/>
                  </a:lnTo>
                  <a:lnTo>
                    <a:pt x="9561449" y="5617768"/>
                  </a:lnTo>
                  <a:lnTo>
                    <a:pt x="9580626" y="5572379"/>
                  </a:lnTo>
                  <a:lnTo>
                    <a:pt x="9599422" y="5526913"/>
                  </a:lnTo>
                  <a:lnTo>
                    <a:pt x="9617710" y="5481066"/>
                  </a:lnTo>
                  <a:lnTo>
                    <a:pt x="9635616" y="5435092"/>
                  </a:lnTo>
                  <a:lnTo>
                    <a:pt x="9653016" y="5388864"/>
                  </a:lnTo>
                  <a:lnTo>
                    <a:pt x="9670034" y="5342382"/>
                  </a:lnTo>
                  <a:lnTo>
                    <a:pt x="9686671" y="5295773"/>
                  </a:lnTo>
                  <a:lnTo>
                    <a:pt x="9702673" y="5248910"/>
                  </a:lnTo>
                  <a:lnTo>
                    <a:pt x="9718421" y="5201793"/>
                  </a:lnTo>
                  <a:lnTo>
                    <a:pt x="9733534" y="5154549"/>
                  </a:lnTo>
                  <a:lnTo>
                    <a:pt x="9748266" y="5107051"/>
                  </a:lnTo>
                  <a:lnTo>
                    <a:pt x="9762616" y="5059299"/>
                  </a:lnTo>
                  <a:lnTo>
                    <a:pt x="9776333" y="5011420"/>
                  </a:lnTo>
                  <a:lnTo>
                    <a:pt x="9789667" y="4963414"/>
                  </a:lnTo>
                  <a:lnTo>
                    <a:pt x="9802622" y="4915154"/>
                  </a:lnTo>
                  <a:lnTo>
                    <a:pt x="9814941" y="4866640"/>
                  </a:lnTo>
                  <a:lnTo>
                    <a:pt x="9826879" y="4817999"/>
                  </a:lnTo>
                  <a:lnTo>
                    <a:pt x="9838309" y="4769104"/>
                  </a:lnTo>
                  <a:lnTo>
                    <a:pt x="9849358" y="4720082"/>
                  </a:lnTo>
                  <a:lnTo>
                    <a:pt x="9859772" y="4670933"/>
                  </a:lnTo>
                  <a:lnTo>
                    <a:pt x="9869805" y="4621530"/>
                  </a:lnTo>
                  <a:lnTo>
                    <a:pt x="9879330" y="4572000"/>
                  </a:lnTo>
                  <a:lnTo>
                    <a:pt x="9888347" y="4522216"/>
                  </a:lnTo>
                  <a:lnTo>
                    <a:pt x="9896856" y="4472305"/>
                  </a:lnTo>
                  <a:lnTo>
                    <a:pt x="9904857" y="4422267"/>
                  </a:lnTo>
                  <a:lnTo>
                    <a:pt x="9912350" y="4371975"/>
                  </a:lnTo>
                  <a:lnTo>
                    <a:pt x="9919462" y="4321683"/>
                  </a:lnTo>
                  <a:lnTo>
                    <a:pt x="9925939" y="4271010"/>
                  </a:lnTo>
                  <a:lnTo>
                    <a:pt x="9931908" y="4220337"/>
                  </a:lnTo>
                  <a:lnTo>
                    <a:pt x="9937496" y="4169537"/>
                  </a:lnTo>
                  <a:lnTo>
                    <a:pt x="9942449" y="4118482"/>
                  </a:lnTo>
                  <a:lnTo>
                    <a:pt x="9946894" y="4067302"/>
                  </a:lnTo>
                  <a:lnTo>
                    <a:pt x="9950831" y="4015994"/>
                  </a:lnTo>
                  <a:lnTo>
                    <a:pt x="9954260" y="3964558"/>
                  </a:lnTo>
                  <a:lnTo>
                    <a:pt x="9957181" y="3912870"/>
                  </a:lnTo>
                  <a:lnTo>
                    <a:pt x="9959594" y="3861180"/>
                  </a:lnTo>
                  <a:lnTo>
                    <a:pt x="9961499" y="3809365"/>
                  </a:lnTo>
                  <a:lnTo>
                    <a:pt x="9962896" y="3757295"/>
                  </a:lnTo>
                  <a:lnTo>
                    <a:pt x="9963658" y="3705225"/>
                  </a:lnTo>
                  <a:lnTo>
                    <a:pt x="9963912" y="3652901"/>
                  </a:lnTo>
                  <a:lnTo>
                    <a:pt x="9963658" y="3600704"/>
                  </a:lnTo>
                  <a:lnTo>
                    <a:pt x="9962896" y="3548634"/>
                  </a:lnTo>
                  <a:lnTo>
                    <a:pt x="9961499" y="3496817"/>
                  </a:lnTo>
                  <a:lnTo>
                    <a:pt x="9959594" y="3445002"/>
                  </a:lnTo>
                  <a:lnTo>
                    <a:pt x="9957308" y="3393313"/>
                  </a:lnTo>
                  <a:lnTo>
                    <a:pt x="9954387" y="3341751"/>
                  </a:lnTo>
                  <a:lnTo>
                    <a:pt x="9950958" y="3290442"/>
                  </a:lnTo>
                  <a:lnTo>
                    <a:pt x="9947021" y="3239262"/>
                  </a:lnTo>
                  <a:lnTo>
                    <a:pt x="9942576" y="3188080"/>
                  </a:lnTo>
                  <a:lnTo>
                    <a:pt x="9937496" y="3137154"/>
                  </a:lnTo>
                  <a:lnTo>
                    <a:pt x="9932035" y="3086354"/>
                  </a:lnTo>
                  <a:lnTo>
                    <a:pt x="9926066" y="3035808"/>
                  </a:lnTo>
                  <a:lnTo>
                    <a:pt x="9919589" y="2985262"/>
                  </a:lnTo>
                  <a:lnTo>
                    <a:pt x="9912604" y="2934970"/>
                  </a:lnTo>
                  <a:lnTo>
                    <a:pt x="9905111" y="2884804"/>
                  </a:lnTo>
                  <a:lnTo>
                    <a:pt x="9897110" y="2834894"/>
                  </a:lnTo>
                  <a:lnTo>
                    <a:pt x="9888601" y="2784983"/>
                  </a:lnTo>
                  <a:lnTo>
                    <a:pt x="9879584" y="2735453"/>
                  </a:lnTo>
                  <a:lnTo>
                    <a:pt x="9870186" y="2685923"/>
                  </a:lnTo>
                  <a:lnTo>
                    <a:pt x="9860153" y="2636647"/>
                  </a:lnTo>
                  <a:lnTo>
                    <a:pt x="9849739" y="2587498"/>
                  </a:lnTo>
                  <a:lnTo>
                    <a:pt x="9838816" y="2538476"/>
                  </a:lnTo>
                  <a:lnTo>
                    <a:pt x="9827387" y="2489835"/>
                  </a:lnTo>
                  <a:lnTo>
                    <a:pt x="9815576" y="2441194"/>
                  </a:lnTo>
                  <a:lnTo>
                    <a:pt x="9803130" y="2392807"/>
                  </a:lnTo>
                  <a:lnTo>
                    <a:pt x="9790303" y="2344547"/>
                  </a:lnTo>
                  <a:lnTo>
                    <a:pt x="9777095" y="2296541"/>
                  </a:lnTo>
                  <a:lnTo>
                    <a:pt x="9763252" y="2248789"/>
                  </a:lnTo>
                  <a:lnTo>
                    <a:pt x="9749028" y="2201164"/>
                  </a:lnTo>
                  <a:lnTo>
                    <a:pt x="9734423" y="2153792"/>
                  </a:lnTo>
                  <a:lnTo>
                    <a:pt x="9719183" y="2106549"/>
                  </a:lnTo>
                  <a:lnTo>
                    <a:pt x="9703689" y="2059559"/>
                  </a:lnTo>
                  <a:lnTo>
                    <a:pt x="9687560" y="2012696"/>
                  </a:lnTo>
                  <a:lnTo>
                    <a:pt x="9671050" y="1966214"/>
                  </a:lnTo>
                  <a:lnTo>
                    <a:pt x="9654159" y="1919732"/>
                  </a:lnTo>
                  <a:lnTo>
                    <a:pt x="9636760" y="1873630"/>
                  </a:lnTo>
                  <a:lnTo>
                    <a:pt x="9618980" y="1827657"/>
                  </a:lnTo>
                  <a:lnTo>
                    <a:pt x="9600691" y="1781937"/>
                  </a:lnTo>
                  <a:lnTo>
                    <a:pt x="9581896" y="1736471"/>
                  </a:lnTo>
                  <a:lnTo>
                    <a:pt x="9562846" y="1691259"/>
                  </a:lnTo>
                  <a:lnTo>
                    <a:pt x="9543161" y="1646174"/>
                  </a:lnTo>
                  <a:lnTo>
                    <a:pt x="9523222" y="1601342"/>
                  </a:lnTo>
                  <a:lnTo>
                    <a:pt x="9502775" y="1556765"/>
                  </a:lnTo>
                  <a:lnTo>
                    <a:pt x="9481947" y="1512442"/>
                  </a:lnTo>
                  <a:lnTo>
                    <a:pt x="9460611" y="1468374"/>
                  </a:lnTo>
                  <a:lnTo>
                    <a:pt x="9438894" y="1424559"/>
                  </a:lnTo>
                  <a:lnTo>
                    <a:pt x="9416796" y="1380871"/>
                  </a:lnTo>
                  <a:lnTo>
                    <a:pt x="9394316" y="1337564"/>
                  </a:lnTo>
                  <a:lnTo>
                    <a:pt x="9371330" y="1294511"/>
                  </a:lnTo>
                  <a:lnTo>
                    <a:pt x="9347962" y="1251585"/>
                  </a:lnTo>
                  <a:lnTo>
                    <a:pt x="9324213" y="1209039"/>
                  </a:lnTo>
                  <a:lnTo>
                    <a:pt x="9300083" y="1166622"/>
                  </a:lnTo>
                  <a:lnTo>
                    <a:pt x="9275572" y="1124585"/>
                  </a:lnTo>
                  <a:lnTo>
                    <a:pt x="9250553" y="1082802"/>
                  </a:lnTo>
                  <a:lnTo>
                    <a:pt x="9225153" y="1041146"/>
                  </a:lnTo>
                  <a:lnTo>
                    <a:pt x="9199499" y="999871"/>
                  </a:lnTo>
                  <a:lnTo>
                    <a:pt x="9173337" y="958850"/>
                  </a:lnTo>
                  <a:lnTo>
                    <a:pt x="9146794" y="918083"/>
                  </a:lnTo>
                  <a:lnTo>
                    <a:pt x="9119870" y="877697"/>
                  </a:lnTo>
                  <a:lnTo>
                    <a:pt x="9092565" y="837438"/>
                  </a:lnTo>
                  <a:lnTo>
                    <a:pt x="9064879" y="797560"/>
                  </a:lnTo>
                  <a:lnTo>
                    <a:pt x="9036812" y="757936"/>
                  </a:lnTo>
                  <a:lnTo>
                    <a:pt x="9008364" y="718565"/>
                  </a:lnTo>
                  <a:lnTo>
                    <a:pt x="8979662" y="679576"/>
                  </a:lnTo>
                  <a:lnTo>
                    <a:pt x="8950452" y="640841"/>
                  </a:lnTo>
                  <a:lnTo>
                    <a:pt x="8920861" y="602361"/>
                  </a:lnTo>
                  <a:lnTo>
                    <a:pt x="8891016" y="564134"/>
                  </a:lnTo>
                  <a:lnTo>
                    <a:pt x="8860790" y="526288"/>
                  </a:lnTo>
                  <a:lnTo>
                    <a:pt x="8799195" y="451485"/>
                  </a:lnTo>
                  <a:lnTo>
                    <a:pt x="8767826" y="414527"/>
                  </a:lnTo>
                  <a:lnTo>
                    <a:pt x="8736076" y="377951"/>
                  </a:lnTo>
                  <a:lnTo>
                    <a:pt x="8704072" y="341629"/>
                  </a:lnTo>
                  <a:lnTo>
                    <a:pt x="8671687" y="305561"/>
                  </a:lnTo>
                  <a:lnTo>
                    <a:pt x="8638921" y="269875"/>
                  </a:lnTo>
                  <a:lnTo>
                    <a:pt x="8605901" y="234442"/>
                  </a:lnTo>
                  <a:lnTo>
                    <a:pt x="8572500" y="199390"/>
                  </a:lnTo>
                  <a:lnTo>
                    <a:pt x="8538717" y="164719"/>
                  </a:lnTo>
                  <a:lnTo>
                    <a:pt x="8504682" y="130301"/>
                  </a:lnTo>
                  <a:lnTo>
                    <a:pt x="83680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043" y="0"/>
              <a:ext cx="9964420" cy="6858000"/>
            </a:xfrm>
            <a:custGeom>
              <a:avLst/>
              <a:gdLst/>
              <a:ahLst/>
              <a:cxnLst/>
              <a:rect l="l" t="t" r="r" b="b"/>
              <a:pathLst>
                <a:path w="9964420" h="6858000">
                  <a:moveTo>
                    <a:pt x="1595882" y="0"/>
                  </a:moveTo>
                  <a:lnTo>
                    <a:pt x="8368030" y="0"/>
                  </a:lnTo>
                  <a:lnTo>
                    <a:pt x="8504682" y="130301"/>
                  </a:lnTo>
                  <a:lnTo>
                    <a:pt x="8538717" y="164719"/>
                  </a:lnTo>
                  <a:lnTo>
                    <a:pt x="8572500" y="199390"/>
                  </a:lnTo>
                  <a:lnTo>
                    <a:pt x="8605901" y="234442"/>
                  </a:lnTo>
                  <a:lnTo>
                    <a:pt x="8638921" y="269875"/>
                  </a:lnTo>
                  <a:lnTo>
                    <a:pt x="8671687" y="305561"/>
                  </a:lnTo>
                  <a:lnTo>
                    <a:pt x="8704072" y="341629"/>
                  </a:lnTo>
                  <a:lnTo>
                    <a:pt x="8736076" y="377951"/>
                  </a:lnTo>
                  <a:lnTo>
                    <a:pt x="8767826" y="414527"/>
                  </a:lnTo>
                  <a:lnTo>
                    <a:pt x="8799195" y="451485"/>
                  </a:lnTo>
                  <a:lnTo>
                    <a:pt x="8830056" y="488823"/>
                  </a:lnTo>
                  <a:lnTo>
                    <a:pt x="8860790" y="526288"/>
                  </a:lnTo>
                  <a:lnTo>
                    <a:pt x="8891016" y="564134"/>
                  </a:lnTo>
                  <a:lnTo>
                    <a:pt x="8920861" y="602361"/>
                  </a:lnTo>
                  <a:lnTo>
                    <a:pt x="8950452" y="640841"/>
                  </a:lnTo>
                  <a:lnTo>
                    <a:pt x="8979662" y="679576"/>
                  </a:lnTo>
                  <a:lnTo>
                    <a:pt x="9008364" y="718565"/>
                  </a:lnTo>
                  <a:lnTo>
                    <a:pt x="9036812" y="757936"/>
                  </a:lnTo>
                  <a:lnTo>
                    <a:pt x="9064879" y="797560"/>
                  </a:lnTo>
                  <a:lnTo>
                    <a:pt x="9092565" y="837438"/>
                  </a:lnTo>
                  <a:lnTo>
                    <a:pt x="9119870" y="877697"/>
                  </a:lnTo>
                  <a:lnTo>
                    <a:pt x="9146794" y="918083"/>
                  </a:lnTo>
                  <a:lnTo>
                    <a:pt x="9173337" y="958850"/>
                  </a:lnTo>
                  <a:lnTo>
                    <a:pt x="9199499" y="999871"/>
                  </a:lnTo>
                  <a:lnTo>
                    <a:pt x="9225153" y="1041146"/>
                  </a:lnTo>
                  <a:lnTo>
                    <a:pt x="9250553" y="1082802"/>
                  </a:lnTo>
                  <a:lnTo>
                    <a:pt x="9275572" y="1124585"/>
                  </a:lnTo>
                  <a:lnTo>
                    <a:pt x="9300083" y="1166622"/>
                  </a:lnTo>
                  <a:lnTo>
                    <a:pt x="9324213" y="1209039"/>
                  </a:lnTo>
                  <a:lnTo>
                    <a:pt x="9347962" y="1251585"/>
                  </a:lnTo>
                  <a:lnTo>
                    <a:pt x="9371330" y="1294511"/>
                  </a:lnTo>
                  <a:lnTo>
                    <a:pt x="9394316" y="1337564"/>
                  </a:lnTo>
                  <a:lnTo>
                    <a:pt x="9416796" y="1380871"/>
                  </a:lnTo>
                  <a:lnTo>
                    <a:pt x="9438894" y="1424559"/>
                  </a:lnTo>
                  <a:lnTo>
                    <a:pt x="9460611" y="1468374"/>
                  </a:lnTo>
                  <a:lnTo>
                    <a:pt x="9481947" y="1512442"/>
                  </a:lnTo>
                  <a:lnTo>
                    <a:pt x="9502775" y="1556765"/>
                  </a:lnTo>
                  <a:lnTo>
                    <a:pt x="9523222" y="1601342"/>
                  </a:lnTo>
                  <a:lnTo>
                    <a:pt x="9543161" y="1646174"/>
                  </a:lnTo>
                  <a:lnTo>
                    <a:pt x="9562846" y="1691259"/>
                  </a:lnTo>
                  <a:lnTo>
                    <a:pt x="9581896" y="1736471"/>
                  </a:lnTo>
                  <a:lnTo>
                    <a:pt x="9600691" y="1781937"/>
                  </a:lnTo>
                  <a:lnTo>
                    <a:pt x="9618980" y="1827657"/>
                  </a:lnTo>
                  <a:lnTo>
                    <a:pt x="9636760" y="1873630"/>
                  </a:lnTo>
                  <a:lnTo>
                    <a:pt x="9654159" y="1919732"/>
                  </a:lnTo>
                  <a:lnTo>
                    <a:pt x="9671050" y="1966214"/>
                  </a:lnTo>
                  <a:lnTo>
                    <a:pt x="9687560" y="2012696"/>
                  </a:lnTo>
                  <a:lnTo>
                    <a:pt x="9703689" y="2059559"/>
                  </a:lnTo>
                  <a:lnTo>
                    <a:pt x="9719183" y="2106549"/>
                  </a:lnTo>
                  <a:lnTo>
                    <a:pt x="9734423" y="2153792"/>
                  </a:lnTo>
                  <a:lnTo>
                    <a:pt x="9749028" y="2201164"/>
                  </a:lnTo>
                  <a:lnTo>
                    <a:pt x="9763252" y="2248789"/>
                  </a:lnTo>
                  <a:lnTo>
                    <a:pt x="9777095" y="2296541"/>
                  </a:lnTo>
                  <a:lnTo>
                    <a:pt x="9790303" y="2344547"/>
                  </a:lnTo>
                  <a:lnTo>
                    <a:pt x="9803130" y="2392807"/>
                  </a:lnTo>
                  <a:lnTo>
                    <a:pt x="9815576" y="2441194"/>
                  </a:lnTo>
                  <a:lnTo>
                    <a:pt x="9827387" y="2489835"/>
                  </a:lnTo>
                  <a:lnTo>
                    <a:pt x="9838816" y="2538476"/>
                  </a:lnTo>
                  <a:lnTo>
                    <a:pt x="9849739" y="2587498"/>
                  </a:lnTo>
                  <a:lnTo>
                    <a:pt x="9860153" y="2636647"/>
                  </a:lnTo>
                  <a:lnTo>
                    <a:pt x="9870186" y="2685923"/>
                  </a:lnTo>
                  <a:lnTo>
                    <a:pt x="9879584" y="2735453"/>
                  </a:lnTo>
                  <a:lnTo>
                    <a:pt x="9888601" y="2784983"/>
                  </a:lnTo>
                  <a:lnTo>
                    <a:pt x="9897110" y="2834894"/>
                  </a:lnTo>
                  <a:lnTo>
                    <a:pt x="9905111" y="2884804"/>
                  </a:lnTo>
                  <a:lnTo>
                    <a:pt x="9912604" y="2934970"/>
                  </a:lnTo>
                  <a:lnTo>
                    <a:pt x="9919589" y="2985262"/>
                  </a:lnTo>
                  <a:lnTo>
                    <a:pt x="9926066" y="3035808"/>
                  </a:lnTo>
                  <a:lnTo>
                    <a:pt x="9932035" y="3086354"/>
                  </a:lnTo>
                  <a:lnTo>
                    <a:pt x="9937496" y="3137154"/>
                  </a:lnTo>
                  <a:lnTo>
                    <a:pt x="9942576" y="3188080"/>
                  </a:lnTo>
                  <a:lnTo>
                    <a:pt x="9947021" y="3239262"/>
                  </a:lnTo>
                  <a:lnTo>
                    <a:pt x="9950958" y="3290442"/>
                  </a:lnTo>
                  <a:lnTo>
                    <a:pt x="9954387" y="3341751"/>
                  </a:lnTo>
                  <a:lnTo>
                    <a:pt x="9957308" y="3393313"/>
                  </a:lnTo>
                  <a:lnTo>
                    <a:pt x="9959594" y="3445002"/>
                  </a:lnTo>
                  <a:lnTo>
                    <a:pt x="9961499" y="3496817"/>
                  </a:lnTo>
                  <a:lnTo>
                    <a:pt x="9962896" y="3548634"/>
                  </a:lnTo>
                  <a:lnTo>
                    <a:pt x="9963658" y="3600704"/>
                  </a:lnTo>
                  <a:lnTo>
                    <a:pt x="9963912" y="3652901"/>
                  </a:lnTo>
                  <a:lnTo>
                    <a:pt x="9963658" y="3705225"/>
                  </a:lnTo>
                  <a:lnTo>
                    <a:pt x="9962896" y="3757295"/>
                  </a:lnTo>
                  <a:lnTo>
                    <a:pt x="9961499" y="3809365"/>
                  </a:lnTo>
                  <a:lnTo>
                    <a:pt x="9959594" y="3861180"/>
                  </a:lnTo>
                  <a:lnTo>
                    <a:pt x="9957181" y="3912870"/>
                  </a:lnTo>
                  <a:lnTo>
                    <a:pt x="9954260" y="3964558"/>
                  </a:lnTo>
                  <a:lnTo>
                    <a:pt x="9950831" y="4015994"/>
                  </a:lnTo>
                  <a:lnTo>
                    <a:pt x="9946894" y="4067302"/>
                  </a:lnTo>
                  <a:lnTo>
                    <a:pt x="9942449" y="4118482"/>
                  </a:lnTo>
                  <a:lnTo>
                    <a:pt x="9937496" y="4169537"/>
                  </a:lnTo>
                  <a:lnTo>
                    <a:pt x="9931908" y="4220337"/>
                  </a:lnTo>
                  <a:lnTo>
                    <a:pt x="9925939" y="4271010"/>
                  </a:lnTo>
                  <a:lnTo>
                    <a:pt x="9919462" y="4321683"/>
                  </a:lnTo>
                  <a:lnTo>
                    <a:pt x="9912350" y="4371975"/>
                  </a:lnTo>
                  <a:lnTo>
                    <a:pt x="9904857" y="4422267"/>
                  </a:lnTo>
                  <a:lnTo>
                    <a:pt x="9896856" y="4472305"/>
                  </a:lnTo>
                  <a:lnTo>
                    <a:pt x="9888347" y="4522216"/>
                  </a:lnTo>
                  <a:lnTo>
                    <a:pt x="9879330" y="4572000"/>
                  </a:lnTo>
                  <a:lnTo>
                    <a:pt x="9869805" y="4621530"/>
                  </a:lnTo>
                  <a:lnTo>
                    <a:pt x="9859772" y="4670933"/>
                  </a:lnTo>
                  <a:lnTo>
                    <a:pt x="9849358" y="4720082"/>
                  </a:lnTo>
                  <a:lnTo>
                    <a:pt x="9838309" y="4769104"/>
                  </a:lnTo>
                  <a:lnTo>
                    <a:pt x="9826879" y="4817999"/>
                  </a:lnTo>
                  <a:lnTo>
                    <a:pt x="9814941" y="4866640"/>
                  </a:lnTo>
                  <a:lnTo>
                    <a:pt x="9802622" y="4915154"/>
                  </a:lnTo>
                  <a:lnTo>
                    <a:pt x="9789667" y="4963414"/>
                  </a:lnTo>
                  <a:lnTo>
                    <a:pt x="9776333" y="5011420"/>
                  </a:lnTo>
                  <a:lnTo>
                    <a:pt x="9762616" y="5059299"/>
                  </a:lnTo>
                  <a:lnTo>
                    <a:pt x="9748266" y="5107051"/>
                  </a:lnTo>
                  <a:lnTo>
                    <a:pt x="9733534" y="5154549"/>
                  </a:lnTo>
                  <a:lnTo>
                    <a:pt x="9718421" y="5201793"/>
                  </a:lnTo>
                  <a:lnTo>
                    <a:pt x="9702673" y="5248910"/>
                  </a:lnTo>
                  <a:lnTo>
                    <a:pt x="9686671" y="5295773"/>
                  </a:lnTo>
                  <a:lnTo>
                    <a:pt x="9670034" y="5342382"/>
                  </a:lnTo>
                  <a:lnTo>
                    <a:pt x="9653016" y="5388864"/>
                  </a:lnTo>
                  <a:lnTo>
                    <a:pt x="9635616" y="5435092"/>
                  </a:lnTo>
                  <a:lnTo>
                    <a:pt x="9617710" y="5481066"/>
                  </a:lnTo>
                  <a:lnTo>
                    <a:pt x="9599422" y="5526913"/>
                  </a:lnTo>
                  <a:lnTo>
                    <a:pt x="9580626" y="5572379"/>
                  </a:lnTo>
                  <a:lnTo>
                    <a:pt x="9561449" y="5617768"/>
                  </a:lnTo>
                  <a:lnTo>
                    <a:pt x="9541764" y="5662866"/>
                  </a:lnTo>
                  <a:lnTo>
                    <a:pt x="9521698" y="5707735"/>
                  </a:lnTo>
                  <a:lnTo>
                    <a:pt x="9501124" y="5752363"/>
                  </a:lnTo>
                  <a:lnTo>
                    <a:pt x="9480296" y="5796762"/>
                  </a:lnTo>
                  <a:lnTo>
                    <a:pt x="9458833" y="5840907"/>
                  </a:lnTo>
                  <a:lnTo>
                    <a:pt x="9437116" y="5884824"/>
                  </a:lnTo>
                  <a:lnTo>
                    <a:pt x="9414891" y="5928487"/>
                  </a:lnTo>
                  <a:lnTo>
                    <a:pt x="9392285" y="5971895"/>
                  </a:lnTo>
                  <a:lnTo>
                    <a:pt x="9369298" y="6015062"/>
                  </a:lnTo>
                  <a:lnTo>
                    <a:pt x="9345803" y="6057976"/>
                  </a:lnTo>
                  <a:lnTo>
                    <a:pt x="9322054" y="6100635"/>
                  </a:lnTo>
                  <a:lnTo>
                    <a:pt x="9297797" y="6143028"/>
                  </a:lnTo>
                  <a:lnTo>
                    <a:pt x="9273159" y="6185154"/>
                  </a:lnTo>
                  <a:lnTo>
                    <a:pt x="9248140" y="6227025"/>
                  </a:lnTo>
                  <a:lnTo>
                    <a:pt x="9222613" y="6268631"/>
                  </a:lnTo>
                  <a:lnTo>
                    <a:pt x="9196832" y="6309969"/>
                  </a:lnTo>
                  <a:lnTo>
                    <a:pt x="9170542" y="6351028"/>
                  </a:lnTo>
                  <a:lnTo>
                    <a:pt x="9144000" y="6391808"/>
                  </a:lnTo>
                  <a:lnTo>
                    <a:pt x="9116949" y="6432321"/>
                  </a:lnTo>
                  <a:lnTo>
                    <a:pt x="9089644" y="6472542"/>
                  </a:lnTo>
                  <a:lnTo>
                    <a:pt x="9061831" y="6512496"/>
                  </a:lnTo>
                  <a:lnTo>
                    <a:pt x="9033637" y="6552158"/>
                  </a:lnTo>
                  <a:lnTo>
                    <a:pt x="9005189" y="6591528"/>
                  </a:lnTo>
                  <a:lnTo>
                    <a:pt x="8976233" y="6630619"/>
                  </a:lnTo>
                  <a:lnTo>
                    <a:pt x="8947023" y="6669405"/>
                  </a:lnTo>
                  <a:lnTo>
                    <a:pt x="8917432" y="6707898"/>
                  </a:lnTo>
                  <a:lnTo>
                    <a:pt x="8887333" y="6746093"/>
                  </a:lnTo>
                  <a:lnTo>
                    <a:pt x="8856980" y="6783989"/>
                  </a:lnTo>
                  <a:lnTo>
                    <a:pt x="8826246" y="6821581"/>
                  </a:lnTo>
                  <a:lnTo>
                    <a:pt x="8794750" y="6857998"/>
                  </a:lnTo>
                  <a:lnTo>
                    <a:pt x="1169162" y="6857998"/>
                  </a:lnTo>
                  <a:lnTo>
                    <a:pt x="1137666" y="6821581"/>
                  </a:lnTo>
                  <a:lnTo>
                    <a:pt x="1106932" y="6783989"/>
                  </a:lnTo>
                  <a:lnTo>
                    <a:pt x="1076579" y="6746093"/>
                  </a:lnTo>
                  <a:lnTo>
                    <a:pt x="1046480" y="6707898"/>
                  </a:lnTo>
                  <a:lnTo>
                    <a:pt x="1016888" y="6669405"/>
                  </a:lnTo>
                  <a:lnTo>
                    <a:pt x="987679" y="6630619"/>
                  </a:lnTo>
                  <a:lnTo>
                    <a:pt x="958723" y="6591528"/>
                  </a:lnTo>
                  <a:lnTo>
                    <a:pt x="930275" y="6552158"/>
                  </a:lnTo>
                  <a:lnTo>
                    <a:pt x="902081" y="6512496"/>
                  </a:lnTo>
                  <a:lnTo>
                    <a:pt x="874268" y="6472542"/>
                  </a:lnTo>
                  <a:lnTo>
                    <a:pt x="846963" y="6432321"/>
                  </a:lnTo>
                  <a:lnTo>
                    <a:pt x="819912" y="6391808"/>
                  </a:lnTo>
                  <a:lnTo>
                    <a:pt x="793369" y="6351028"/>
                  </a:lnTo>
                  <a:lnTo>
                    <a:pt x="767080" y="6309969"/>
                  </a:lnTo>
                  <a:lnTo>
                    <a:pt x="741299" y="6268631"/>
                  </a:lnTo>
                  <a:lnTo>
                    <a:pt x="715772" y="6227025"/>
                  </a:lnTo>
                  <a:lnTo>
                    <a:pt x="690753" y="6185154"/>
                  </a:lnTo>
                  <a:lnTo>
                    <a:pt x="666114" y="6143028"/>
                  </a:lnTo>
                  <a:lnTo>
                    <a:pt x="641857" y="6100635"/>
                  </a:lnTo>
                  <a:lnTo>
                    <a:pt x="617982" y="6057976"/>
                  </a:lnTo>
                  <a:lnTo>
                    <a:pt x="594613" y="6015062"/>
                  </a:lnTo>
                  <a:lnTo>
                    <a:pt x="571626" y="5971895"/>
                  </a:lnTo>
                  <a:lnTo>
                    <a:pt x="549020" y="5928487"/>
                  </a:lnTo>
                  <a:lnTo>
                    <a:pt x="526795" y="5884824"/>
                  </a:lnTo>
                  <a:lnTo>
                    <a:pt x="505078" y="5840907"/>
                  </a:lnTo>
                  <a:lnTo>
                    <a:pt x="483616" y="5796762"/>
                  </a:lnTo>
                  <a:lnTo>
                    <a:pt x="462788" y="5752363"/>
                  </a:lnTo>
                  <a:lnTo>
                    <a:pt x="442214" y="5707735"/>
                  </a:lnTo>
                  <a:lnTo>
                    <a:pt x="422147" y="5662866"/>
                  </a:lnTo>
                  <a:lnTo>
                    <a:pt x="402463" y="5617768"/>
                  </a:lnTo>
                  <a:lnTo>
                    <a:pt x="383286" y="5572379"/>
                  </a:lnTo>
                  <a:lnTo>
                    <a:pt x="364490" y="5526913"/>
                  </a:lnTo>
                  <a:lnTo>
                    <a:pt x="346202" y="5481066"/>
                  </a:lnTo>
                  <a:lnTo>
                    <a:pt x="328294" y="5435092"/>
                  </a:lnTo>
                  <a:lnTo>
                    <a:pt x="310896" y="5388864"/>
                  </a:lnTo>
                  <a:lnTo>
                    <a:pt x="293878" y="5342382"/>
                  </a:lnTo>
                  <a:lnTo>
                    <a:pt x="277241" y="5295773"/>
                  </a:lnTo>
                  <a:lnTo>
                    <a:pt x="261112" y="5248910"/>
                  </a:lnTo>
                  <a:lnTo>
                    <a:pt x="245490" y="5201793"/>
                  </a:lnTo>
                  <a:lnTo>
                    <a:pt x="230378" y="5154549"/>
                  </a:lnTo>
                  <a:lnTo>
                    <a:pt x="215646" y="5107051"/>
                  </a:lnTo>
                  <a:lnTo>
                    <a:pt x="201294" y="5059299"/>
                  </a:lnTo>
                  <a:lnTo>
                    <a:pt x="187578" y="5011420"/>
                  </a:lnTo>
                  <a:lnTo>
                    <a:pt x="174244" y="4963414"/>
                  </a:lnTo>
                  <a:lnTo>
                    <a:pt x="161290" y="4915154"/>
                  </a:lnTo>
                  <a:lnTo>
                    <a:pt x="148920" y="4866640"/>
                  </a:lnTo>
                  <a:lnTo>
                    <a:pt x="136994" y="4817999"/>
                  </a:lnTo>
                  <a:lnTo>
                    <a:pt x="125552" y="4769104"/>
                  </a:lnTo>
                  <a:lnTo>
                    <a:pt x="114592" y="4720082"/>
                  </a:lnTo>
                  <a:lnTo>
                    <a:pt x="104114" y="4670933"/>
                  </a:lnTo>
                  <a:lnTo>
                    <a:pt x="94119" y="4621530"/>
                  </a:lnTo>
                  <a:lnTo>
                    <a:pt x="84607" y="4572000"/>
                  </a:lnTo>
                  <a:lnTo>
                    <a:pt x="75603" y="4522216"/>
                  </a:lnTo>
                  <a:lnTo>
                    <a:pt x="67081" y="4472305"/>
                  </a:lnTo>
                  <a:lnTo>
                    <a:pt x="59055" y="4422267"/>
                  </a:lnTo>
                  <a:lnTo>
                    <a:pt x="51523" y="4371975"/>
                  </a:lnTo>
                  <a:lnTo>
                    <a:pt x="44500" y="4321683"/>
                  </a:lnTo>
                  <a:lnTo>
                    <a:pt x="37985" y="4271010"/>
                  </a:lnTo>
                  <a:lnTo>
                    <a:pt x="31965" y="4220337"/>
                  </a:lnTo>
                  <a:lnTo>
                    <a:pt x="26466" y="4169537"/>
                  </a:lnTo>
                  <a:lnTo>
                    <a:pt x="21475" y="4118482"/>
                  </a:lnTo>
                  <a:lnTo>
                    <a:pt x="16992" y="4067302"/>
                  </a:lnTo>
                  <a:lnTo>
                    <a:pt x="13030" y="4015994"/>
                  </a:lnTo>
                  <a:lnTo>
                    <a:pt x="9588" y="3964558"/>
                  </a:lnTo>
                  <a:lnTo>
                    <a:pt x="6667" y="3912870"/>
                  </a:lnTo>
                  <a:lnTo>
                    <a:pt x="4279" y="3861180"/>
                  </a:lnTo>
                  <a:lnTo>
                    <a:pt x="2412" y="3809365"/>
                  </a:lnTo>
                  <a:lnTo>
                    <a:pt x="1066" y="3757295"/>
                  </a:lnTo>
                  <a:lnTo>
                    <a:pt x="266" y="3705225"/>
                  </a:lnTo>
                  <a:lnTo>
                    <a:pt x="0" y="3652901"/>
                  </a:lnTo>
                  <a:lnTo>
                    <a:pt x="266" y="3600704"/>
                  </a:lnTo>
                  <a:lnTo>
                    <a:pt x="1066" y="3548634"/>
                  </a:lnTo>
                  <a:lnTo>
                    <a:pt x="2400" y="3496817"/>
                  </a:lnTo>
                  <a:lnTo>
                    <a:pt x="4254" y="3445002"/>
                  </a:lnTo>
                  <a:lnTo>
                    <a:pt x="6642" y="3393313"/>
                  </a:lnTo>
                  <a:lnTo>
                    <a:pt x="9550" y="3341751"/>
                  </a:lnTo>
                  <a:lnTo>
                    <a:pt x="12979" y="3290442"/>
                  </a:lnTo>
                  <a:lnTo>
                    <a:pt x="16929" y="3239262"/>
                  </a:lnTo>
                  <a:lnTo>
                    <a:pt x="21399" y="3188080"/>
                  </a:lnTo>
                  <a:lnTo>
                    <a:pt x="26365" y="3137154"/>
                  </a:lnTo>
                  <a:lnTo>
                    <a:pt x="31851" y="3086354"/>
                  </a:lnTo>
                  <a:lnTo>
                    <a:pt x="37846" y="3035808"/>
                  </a:lnTo>
                  <a:lnTo>
                    <a:pt x="44348" y="2985262"/>
                  </a:lnTo>
                  <a:lnTo>
                    <a:pt x="51346" y="2934970"/>
                  </a:lnTo>
                  <a:lnTo>
                    <a:pt x="58839" y="2884804"/>
                  </a:lnTo>
                  <a:lnTo>
                    <a:pt x="66840" y="2834894"/>
                  </a:lnTo>
                  <a:lnTo>
                    <a:pt x="75323" y="2784983"/>
                  </a:lnTo>
                  <a:lnTo>
                    <a:pt x="84315" y="2735453"/>
                  </a:lnTo>
                  <a:lnTo>
                    <a:pt x="93789" y="2685923"/>
                  </a:lnTo>
                  <a:lnTo>
                    <a:pt x="103746" y="2636647"/>
                  </a:lnTo>
                  <a:lnTo>
                    <a:pt x="114185" y="2587498"/>
                  </a:lnTo>
                  <a:lnTo>
                    <a:pt x="125107" y="2538476"/>
                  </a:lnTo>
                  <a:lnTo>
                    <a:pt x="136512" y="2489835"/>
                  </a:lnTo>
                  <a:lnTo>
                    <a:pt x="148399" y="2441194"/>
                  </a:lnTo>
                  <a:lnTo>
                    <a:pt x="160781" y="2392807"/>
                  </a:lnTo>
                  <a:lnTo>
                    <a:pt x="173609" y="2344547"/>
                  </a:lnTo>
                  <a:lnTo>
                    <a:pt x="186817" y="2296541"/>
                  </a:lnTo>
                  <a:lnTo>
                    <a:pt x="200659" y="2248789"/>
                  </a:lnTo>
                  <a:lnTo>
                    <a:pt x="214884" y="2201164"/>
                  </a:lnTo>
                  <a:lnTo>
                    <a:pt x="229489" y="2153792"/>
                  </a:lnTo>
                  <a:lnTo>
                    <a:pt x="244728" y="2106549"/>
                  </a:lnTo>
                  <a:lnTo>
                    <a:pt x="260222" y="2059559"/>
                  </a:lnTo>
                  <a:lnTo>
                    <a:pt x="276352" y="2012696"/>
                  </a:lnTo>
                  <a:lnTo>
                    <a:pt x="292862" y="1966214"/>
                  </a:lnTo>
                  <a:lnTo>
                    <a:pt x="309753" y="1919732"/>
                  </a:lnTo>
                  <a:lnTo>
                    <a:pt x="327152" y="1873630"/>
                  </a:lnTo>
                  <a:lnTo>
                    <a:pt x="344931" y="1827657"/>
                  </a:lnTo>
                  <a:lnTo>
                    <a:pt x="363219" y="1781937"/>
                  </a:lnTo>
                  <a:lnTo>
                    <a:pt x="382016" y="1736471"/>
                  </a:lnTo>
                  <a:lnTo>
                    <a:pt x="401066" y="1691259"/>
                  </a:lnTo>
                  <a:lnTo>
                    <a:pt x="420750" y="1646174"/>
                  </a:lnTo>
                  <a:lnTo>
                    <a:pt x="440690" y="1601342"/>
                  </a:lnTo>
                  <a:lnTo>
                    <a:pt x="461137" y="1556765"/>
                  </a:lnTo>
                  <a:lnTo>
                    <a:pt x="481965" y="1512442"/>
                  </a:lnTo>
                  <a:lnTo>
                    <a:pt x="503300" y="1468374"/>
                  </a:lnTo>
                  <a:lnTo>
                    <a:pt x="525018" y="1424559"/>
                  </a:lnTo>
                  <a:lnTo>
                    <a:pt x="547116" y="1380871"/>
                  </a:lnTo>
                  <a:lnTo>
                    <a:pt x="569594" y="1337564"/>
                  </a:lnTo>
                  <a:lnTo>
                    <a:pt x="592582" y="1294511"/>
                  </a:lnTo>
                  <a:lnTo>
                    <a:pt x="615950" y="1251585"/>
                  </a:lnTo>
                  <a:lnTo>
                    <a:pt x="639699" y="1209039"/>
                  </a:lnTo>
                  <a:lnTo>
                    <a:pt x="663829" y="1166622"/>
                  </a:lnTo>
                  <a:lnTo>
                    <a:pt x="688339" y="1124585"/>
                  </a:lnTo>
                  <a:lnTo>
                    <a:pt x="713358" y="1082802"/>
                  </a:lnTo>
                  <a:lnTo>
                    <a:pt x="738758" y="1041146"/>
                  </a:lnTo>
                  <a:lnTo>
                    <a:pt x="764413" y="999871"/>
                  </a:lnTo>
                  <a:lnTo>
                    <a:pt x="790575" y="958850"/>
                  </a:lnTo>
                  <a:lnTo>
                    <a:pt x="817118" y="918083"/>
                  </a:lnTo>
                  <a:lnTo>
                    <a:pt x="844042" y="877697"/>
                  </a:lnTo>
                  <a:lnTo>
                    <a:pt x="871347" y="837438"/>
                  </a:lnTo>
                  <a:lnTo>
                    <a:pt x="899032" y="797560"/>
                  </a:lnTo>
                  <a:lnTo>
                    <a:pt x="927100" y="757936"/>
                  </a:lnTo>
                  <a:lnTo>
                    <a:pt x="955548" y="718565"/>
                  </a:lnTo>
                  <a:lnTo>
                    <a:pt x="984250" y="679576"/>
                  </a:lnTo>
                  <a:lnTo>
                    <a:pt x="1013460" y="640841"/>
                  </a:lnTo>
                  <a:lnTo>
                    <a:pt x="1043051" y="602361"/>
                  </a:lnTo>
                  <a:lnTo>
                    <a:pt x="1072895" y="564134"/>
                  </a:lnTo>
                  <a:lnTo>
                    <a:pt x="1103122" y="526288"/>
                  </a:lnTo>
                  <a:lnTo>
                    <a:pt x="1133729" y="488823"/>
                  </a:lnTo>
                  <a:lnTo>
                    <a:pt x="1164717" y="451485"/>
                  </a:lnTo>
                  <a:lnTo>
                    <a:pt x="1196086" y="414527"/>
                  </a:lnTo>
                  <a:lnTo>
                    <a:pt x="1227836" y="377951"/>
                  </a:lnTo>
                  <a:lnTo>
                    <a:pt x="1259839" y="341629"/>
                  </a:lnTo>
                  <a:lnTo>
                    <a:pt x="1292225" y="305561"/>
                  </a:lnTo>
                  <a:lnTo>
                    <a:pt x="1324991" y="269875"/>
                  </a:lnTo>
                  <a:lnTo>
                    <a:pt x="1358011" y="234442"/>
                  </a:lnTo>
                  <a:lnTo>
                    <a:pt x="1391412" y="199390"/>
                  </a:lnTo>
                  <a:lnTo>
                    <a:pt x="1425194" y="164719"/>
                  </a:lnTo>
                  <a:lnTo>
                    <a:pt x="1459230" y="130301"/>
                  </a:lnTo>
                  <a:lnTo>
                    <a:pt x="1595882" y="0"/>
                  </a:lnTo>
                  <a:close/>
                </a:path>
              </a:pathLst>
            </a:custGeom>
            <a:ln w="9144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8545" cy="6858000"/>
            </a:xfrm>
            <a:custGeom>
              <a:avLst/>
              <a:gdLst/>
              <a:ahLst/>
              <a:cxnLst/>
              <a:rect l="l" t="t" r="r" b="b"/>
              <a:pathLst>
                <a:path w="9948545" h="6858000">
                  <a:moveTo>
                    <a:pt x="8354821" y="0"/>
                  </a:moveTo>
                  <a:lnTo>
                    <a:pt x="1593342" y="0"/>
                  </a:lnTo>
                  <a:lnTo>
                    <a:pt x="1456817" y="130301"/>
                  </a:lnTo>
                  <a:lnTo>
                    <a:pt x="1422908" y="164719"/>
                  </a:lnTo>
                  <a:lnTo>
                    <a:pt x="1389126" y="199390"/>
                  </a:lnTo>
                  <a:lnTo>
                    <a:pt x="1355852" y="234442"/>
                  </a:lnTo>
                  <a:lnTo>
                    <a:pt x="1322832" y="269875"/>
                  </a:lnTo>
                  <a:lnTo>
                    <a:pt x="1290193" y="305561"/>
                  </a:lnTo>
                  <a:lnTo>
                    <a:pt x="1257808" y="341629"/>
                  </a:lnTo>
                  <a:lnTo>
                    <a:pt x="1225804" y="377951"/>
                  </a:lnTo>
                  <a:lnTo>
                    <a:pt x="1194181" y="414527"/>
                  </a:lnTo>
                  <a:lnTo>
                    <a:pt x="1162939" y="451485"/>
                  </a:lnTo>
                  <a:lnTo>
                    <a:pt x="1131951" y="488823"/>
                  </a:lnTo>
                  <a:lnTo>
                    <a:pt x="1101471" y="526288"/>
                  </a:lnTo>
                  <a:lnTo>
                    <a:pt x="1071245" y="564134"/>
                  </a:lnTo>
                  <a:lnTo>
                    <a:pt x="1041400" y="602361"/>
                  </a:lnTo>
                  <a:lnTo>
                    <a:pt x="1011809" y="640841"/>
                  </a:lnTo>
                  <a:lnTo>
                    <a:pt x="982726" y="679576"/>
                  </a:lnTo>
                  <a:lnTo>
                    <a:pt x="954024" y="718565"/>
                  </a:lnTo>
                  <a:lnTo>
                    <a:pt x="925576" y="757936"/>
                  </a:lnTo>
                  <a:lnTo>
                    <a:pt x="897636" y="797560"/>
                  </a:lnTo>
                  <a:lnTo>
                    <a:pt x="869950" y="837438"/>
                  </a:lnTo>
                  <a:lnTo>
                    <a:pt x="842772" y="877697"/>
                  </a:lnTo>
                  <a:lnTo>
                    <a:pt x="815848" y="918083"/>
                  </a:lnTo>
                  <a:lnTo>
                    <a:pt x="789305" y="958850"/>
                  </a:lnTo>
                  <a:lnTo>
                    <a:pt x="763269" y="999871"/>
                  </a:lnTo>
                  <a:lnTo>
                    <a:pt x="737616" y="1041146"/>
                  </a:lnTo>
                  <a:lnTo>
                    <a:pt x="712216" y="1082802"/>
                  </a:lnTo>
                  <a:lnTo>
                    <a:pt x="687324" y="1124585"/>
                  </a:lnTo>
                  <a:lnTo>
                    <a:pt x="662813" y="1166622"/>
                  </a:lnTo>
                  <a:lnTo>
                    <a:pt x="638683" y="1209039"/>
                  </a:lnTo>
                  <a:lnTo>
                    <a:pt x="614934" y="1251585"/>
                  </a:lnTo>
                  <a:lnTo>
                    <a:pt x="591693" y="1294511"/>
                  </a:lnTo>
                  <a:lnTo>
                    <a:pt x="568706" y="1337564"/>
                  </a:lnTo>
                  <a:lnTo>
                    <a:pt x="546227" y="1380871"/>
                  </a:lnTo>
                  <a:lnTo>
                    <a:pt x="524129" y="1424559"/>
                  </a:lnTo>
                  <a:lnTo>
                    <a:pt x="502539" y="1468374"/>
                  </a:lnTo>
                  <a:lnTo>
                    <a:pt x="481203" y="1512442"/>
                  </a:lnTo>
                  <a:lnTo>
                    <a:pt x="460375" y="1556765"/>
                  </a:lnTo>
                  <a:lnTo>
                    <a:pt x="440055" y="1601342"/>
                  </a:lnTo>
                  <a:lnTo>
                    <a:pt x="419989" y="1646174"/>
                  </a:lnTo>
                  <a:lnTo>
                    <a:pt x="400558" y="1691259"/>
                  </a:lnTo>
                  <a:lnTo>
                    <a:pt x="381381" y="1736471"/>
                  </a:lnTo>
                  <a:lnTo>
                    <a:pt x="362712" y="1781937"/>
                  </a:lnTo>
                  <a:lnTo>
                    <a:pt x="344424" y="1827657"/>
                  </a:lnTo>
                  <a:lnTo>
                    <a:pt x="326644" y="1873630"/>
                  </a:lnTo>
                  <a:lnTo>
                    <a:pt x="309245" y="1919732"/>
                  </a:lnTo>
                  <a:lnTo>
                    <a:pt x="292354" y="1966214"/>
                  </a:lnTo>
                  <a:lnTo>
                    <a:pt x="275844" y="2012696"/>
                  </a:lnTo>
                  <a:lnTo>
                    <a:pt x="259842" y="2059559"/>
                  </a:lnTo>
                  <a:lnTo>
                    <a:pt x="244348" y="2106549"/>
                  </a:lnTo>
                  <a:lnTo>
                    <a:pt x="229235" y="2153792"/>
                  </a:lnTo>
                  <a:lnTo>
                    <a:pt x="214503" y="2201164"/>
                  </a:lnTo>
                  <a:lnTo>
                    <a:pt x="200279" y="2248789"/>
                  </a:lnTo>
                  <a:lnTo>
                    <a:pt x="186563" y="2296541"/>
                  </a:lnTo>
                  <a:lnTo>
                    <a:pt x="173355" y="2344547"/>
                  </a:lnTo>
                  <a:lnTo>
                    <a:pt x="160528" y="2392807"/>
                  </a:lnTo>
                  <a:lnTo>
                    <a:pt x="148170" y="2441194"/>
                  </a:lnTo>
                  <a:lnTo>
                    <a:pt x="136309" y="2489835"/>
                  </a:lnTo>
                  <a:lnTo>
                    <a:pt x="124917" y="2538476"/>
                  </a:lnTo>
                  <a:lnTo>
                    <a:pt x="114007" y="2587498"/>
                  </a:lnTo>
                  <a:lnTo>
                    <a:pt x="103581" y="2636647"/>
                  </a:lnTo>
                  <a:lnTo>
                    <a:pt x="93637" y="2685923"/>
                  </a:lnTo>
                  <a:lnTo>
                    <a:pt x="84188" y="2735453"/>
                  </a:lnTo>
                  <a:lnTo>
                    <a:pt x="75222" y="2784983"/>
                  </a:lnTo>
                  <a:lnTo>
                    <a:pt x="66738" y="2834894"/>
                  </a:lnTo>
                  <a:lnTo>
                    <a:pt x="58750" y="2884804"/>
                  </a:lnTo>
                  <a:lnTo>
                    <a:pt x="51269" y="2934970"/>
                  </a:lnTo>
                  <a:lnTo>
                    <a:pt x="44272" y="2985262"/>
                  </a:lnTo>
                  <a:lnTo>
                    <a:pt x="37795" y="3035808"/>
                  </a:lnTo>
                  <a:lnTo>
                    <a:pt x="31800" y="3086354"/>
                  </a:lnTo>
                  <a:lnTo>
                    <a:pt x="26327" y="3137154"/>
                  </a:lnTo>
                  <a:lnTo>
                    <a:pt x="21361" y="3188080"/>
                  </a:lnTo>
                  <a:lnTo>
                    <a:pt x="16903" y="3239262"/>
                  </a:lnTo>
                  <a:lnTo>
                    <a:pt x="12966" y="3290442"/>
                  </a:lnTo>
                  <a:lnTo>
                    <a:pt x="9537" y="3341751"/>
                  </a:lnTo>
                  <a:lnTo>
                    <a:pt x="6629" y="3393313"/>
                  </a:lnTo>
                  <a:lnTo>
                    <a:pt x="4254" y="3445002"/>
                  </a:lnTo>
                  <a:lnTo>
                    <a:pt x="2400" y="3496817"/>
                  </a:lnTo>
                  <a:lnTo>
                    <a:pt x="1066" y="3548634"/>
                  </a:lnTo>
                  <a:lnTo>
                    <a:pt x="266" y="3600704"/>
                  </a:lnTo>
                  <a:lnTo>
                    <a:pt x="0" y="3652901"/>
                  </a:lnTo>
                  <a:lnTo>
                    <a:pt x="266" y="3705225"/>
                  </a:lnTo>
                  <a:lnTo>
                    <a:pt x="1066" y="3757295"/>
                  </a:lnTo>
                  <a:lnTo>
                    <a:pt x="2400" y="3809365"/>
                  </a:lnTo>
                  <a:lnTo>
                    <a:pt x="4267" y="3861180"/>
                  </a:lnTo>
                  <a:lnTo>
                    <a:pt x="6654" y="3912870"/>
                  </a:lnTo>
                  <a:lnTo>
                    <a:pt x="9575" y="3964558"/>
                  </a:lnTo>
                  <a:lnTo>
                    <a:pt x="13017" y="4015994"/>
                  </a:lnTo>
                  <a:lnTo>
                    <a:pt x="16967" y="4067302"/>
                  </a:lnTo>
                  <a:lnTo>
                    <a:pt x="21437" y="4118482"/>
                  </a:lnTo>
                  <a:lnTo>
                    <a:pt x="26428" y="4169537"/>
                  </a:lnTo>
                  <a:lnTo>
                    <a:pt x="31927" y="4220337"/>
                  </a:lnTo>
                  <a:lnTo>
                    <a:pt x="37934" y="4271010"/>
                  </a:lnTo>
                  <a:lnTo>
                    <a:pt x="44437" y="4321683"/>
                  </a:lnTo>
                  <a:lnTo>
                    <a:pt x="51460" y="4371975"/>
                  </a:lnTo>
                  <a:lnTo>
                    <a:pt x="58966" y="4422267"/>
                  </a:lnTo>
                  <a:lnTo>
                    <a:pt x="66979" y="4472305"/>
                  </a:lnTo>
                  <a:lnTo>
                    <a:pt x="75488" y="4522216"/>
                  </a:lnTo>
                  <a:lnTo>
                    <a:pt x="84493" y="4572000"/>
                  </a:lnTo>
                  <a:lnTo>
                    <a:pt x="93992" y="4621530"/>
                  </a:lnTo>
                  <a:lnTo>
                    <a:pt x="103962" y="4670933"/>
                  </a:lnTo>
                  <a:lnTo>
                    <a:pt x="114427" y="4720082"/>
                  </a:lnTo>
                  <a:lnTo>
                    <a:pt x="125374" y="4769104"/>
                  </a:lnTo>
                  <a:lnTo>
                    <a:pt x="136804" y="4817999"/>
                  </a:lnTo>
                  <a:lnTo>
                    <a:pt x="148717" y="4866640"/>
                  </a:lnTo>
                  <a:lnTo>
                    <a:pt x="161036" y="4915154"/>
                  </a:lnTo>
                  <a:lnTo>
                    <a:pt x="173990" y="4963414"/>
                  </a:lnTo>
                  <a:lnTo>
                    <a:pt x="187198" y="5011420"/>
                  </a:lnTo>
                  <a:lnTo>
                    <a:pt x="201041" y="5059299"/>
                  </a:lnTo>
                  <a:lnTo>
                    <a:pt x="215265" y="5107051"/>
                  </a:lnTo>
                  <a:lnTo>
                    <a:pt x="229997" y="5154549"/>
                  </a:lnTo>
                  <a:lnTo>
                    <a:pt x="245237" y="5201793"/>
                  </a:lnTo>
                  <a:lnTo>
                    <a:pt x="260858" y="5248910"/>
                  </a:lnTo>
                  <a:lnTo>
                    <a:pt x="276860" y="5295773"/>
                  </a:lnTo>
                  <a:lnTo>
                    <a:pt x="293370" y="5342382"/>
                  </a:lnTo>
                  <a:lnTo>
                    <a:pt x="310388" y="5388864"/>
                  </a:lnTo>
                  <a:lnTo>
                    <a:pt x="327787" y="5435092"/>
                  </a:lnTo>
                  <a:lnTo>
                    <a:pt x="345694" y="5481066"/>
                  </a:lnTo>
                  <a:lnTo>
                    <a:pt x="363982" y="5526913"/>
                  </a:lnTo>
                  <a:lnTo>
                    <a:pt x="382778" y="5572379"/>
                  </a:lnTo>
                  <a:lnTo>
                    <a:pt x="401955" y="5617768"/>
                  </a:lnTo>
                  <a:lnTo>
                    <a:pt x="421513" y="5662866"/>
                  </a:lnTo>
                  <a:lnTo>
                    <a:pt x="441579" y="5707735"/>
                  </a:lnTo>
                  <a:lnTo>
                    <a:pt x="462026" y="5752363"/>
                  </a:lnTo>
                  <a:lnTo>
                    <a:pt x="482981" y="5796762"/>
                  </a:lnTo>
                  <a:lnTo>
                    <a:pt x="504317" y="5840907"/>
                  </a:lnTo>
                  <a:lnTo>
                    <a:pt x="526034" y="5884824"/>
                  </a:lnTo>
                  <a:lnTo>
                    <a:pt x="548132" y="5928487"/>
                  </a:lnTo>
                  <a:lnTo>
                    <a:pt x="570738" y="5971895"/>
                  </a:lnTo>
                  <a:lnTo>
                    <a:pt x="593725" y="6015062"/>
                  </a:lnTo>
                  <a:lnTo>
                    <a:pt x="617093" y="6057976"/>
                  </a:lnTo>
                  <a:lnTo>
                    <a:pt x="640969" y="6100635"/>
                  </a:lnTo>
                  <a:lnTo>
                    <a:pt x="665099" y="6143028"/>
                  </a:lnTo>
                  <a:lnTo>
                    <a:pt x="689737" y="6185154"/>
                  </a:lnTo>
                  <a:lnTo>
                    <a:pt x="714756" y="6227025"/>
                  </a:lnTo>
                  <a:lnTo>
                    <a:pt x="740156" y="6268631"/>
                  </a:lnTo>
                  <a:lnTo>
                    <a:pt x="765937" y="6309969"/>
                  </a:lnTo>
                  <a:lnTo>
                    <a:pt x="792099" y="6351028"/>
                  </a:lnTo>
                  <a:lnTo>
                    <a:pt x="818642" y="6391808"/>
                  </a:lnTo>
                  <a:lnTo>
                    <a:pt x="845566" y="6432321"/>
                  </a:lnTo>
                  <a:lnTo>
                    <a:pt x="872998" y="6472542"/>
                  </a:lnTo>
                  <a:lnTo>
                    <a:pt x="900684" y="6512496"/>
                  </a:lnTo>
                  <a:lnTo>
                    <a:pt x="928751" y="6552158"/>
                  </a:lnTo>
                  <a:lnTo>
                    <a:pt x="957199" y="6591528"/>
                  </a:lnTo>
                  <a:lnTo>
                    <a:pt x="986155" y="6630619"/>
                  </a:lnTo>
                  <a:lnTo>
                    <a:pt x="1015365" y="6669405"/>
                  </a:lnTo>
                  <a:lnTo>
                    <a:pt x="1044956" y="6707898"/>
                  </a:lnTo>
                  <a:lnTo>
                    <a:pt x="1074801" y="6746093"/>
                  </a:lnTo>
                  <a:lnTo>
                    <a:pt x="1105154" y="6783989"/>
                  </a:lnTo>
                  <a:lnTo>
                    <a:pt x="1135888" y="6821581"/>
                  </a:lnTo>
                  <a:lnTo>
                    <a:pt x="1167384" y="6857998"/>
                  </a:lnTo>
                  <a:lnTo>
                    <a:pt x="8780780" y="6857998"/>
                  </a:lnTo>
                  <a:lnTo>
                    <a:pt x="8812276" y="6821581"/>
                  </a:lnTo>
                  <a:lnTo>
                    <a:pt x="8843010" y="6783989"/>
                  </a:lnTo>
                  <a:lnTo>
                    <a:pt x="8873363" y="6746093"/>
                  </a:lnTo>
                  <a:lnTo>
                    <a:pt x="8903208" y="6707898"/>
                  </a:lnTo>
                  <a:lnTo>
                    <a:pt x="8932799" y="6669405"/>
                  </a:lnTo>
                  <a:lnTo>
                    <a:pt x="8962009" y="6630619"/>
                  </a:lnTo>
                  <a:lnTo>
                    <a:pt x="8990965" y="6591528"/>
                  </a:lnTo>
                  <a:lnTo>
                    <a:pt x="9019413" y="6552158"/>
                  </a:lnTo>
                  <a:lnTo>
                    <a:pt x="9047480" y="6512496"/>
                  </a:lnTo>
                  <a:lnTo>
                    <a:pt x="9075166" y="6472542"/>
                  </a:lnTo>
                  <a:lnTo>
                    <a:pt x="9102598" y="6432321"/>
                  </a:lnTo>
                  <a:lnTo>
                    <a:pt x="9129521" y="6391808"/>
                  </a:lnTo>
                  <a:lnTo>
                    <a:pt x="9156065" y="6351028"/>
                  </a:lnTo>
                  <a:lnTo>
                    <a:pt x="9182227" y="6309969"/>
                  </a:lnTo>
                  <a:lnTo>
                    <a:pt x="9208008" y="6268631"/>
                  </a:lnTo>
                  <a:lnTo>
                    <a:pt x="9233408" y="6227025"/>
                  </a:lnTo>
                  <a:lnTo>
                    <a:pt x="9258427" y="6185154"/>
                  </a:lnTo>
                  <a:lnTo>
                    <a:pt x="9283065" y="6143028"/>
                  </a:lnTo>
                  <a:lnTo>
                    <a:pt x="9307194" y="6100635"/>
                  </a:lnTo>
                  <a:lnTo>
                    <a:pt x="9331071" y="6057976"/>
                  </a:lnTo>
                  <a:lnTo>
                    <a:pt x="9354439" y="6015062"/>
                  </a:lnTo>
                  <a:lnTo>
                    <a:pt x="9377426" y="5971895"/>
                  </a:lnTo>
                  <a:lnTo>
                    <a:pt x="9400032" y="5928487"/>
                  </a:lnTo>
                  <a:lnTo>
                    <a:pt x="9422130" y="5884824"/>
                  </a:lnTo>
                  <a:lnTo>
                    <a:pt x="9443846" y="5840907"/>
                  </a:lnTo>
                  <a:lnTo>
                    <a:pt x="9465183" y="5796762"/>
                  </a:lnTo>
                  <a:lnTo>
                    <a:pt x="9486138" y="5752363"/>
                  </a:lnTo>
                  <a:lnTo>
                    <a:pt x="9506585" y="5707735"/>
                  </a:lnTo>
                  <a:lnTo>
                    <a:pt x="9526651" y="5662866"/>
                  </a:lnTo>
                  <a:lnTo>
                    <a:pt x="9546209" y="5617768"/>
                  </a:lnTo>
                  <a:lnTo>
                    <a:pt x="9565386" y="5572379"/>
                  </a:lnTo>
                  <a:lnTo>
                    <a:pt x="9584182" y="5526913"/>
                  </a:lnTo>
                  <a:lnTo>
                    <a:pt x="9602469" y="5481066"/>
                  </a:lnTo>
                  <a:lnTo>
                    <a:pt x="9620377" y="5435092"/>
                  </a:lnTo>
                  <a:lnTo>
                    <a:pt x="9637776" y="5388864"/>
                  </a:lnTo>
                  <a:lnTo>
                    <a:pt x="9654794" y="5342382"/>
                  </a:lnTo>
                  <a:lnTo>
                    <a:pt x="9671304" y="5295773"/>
                  </a:lnTo>
                  <a:lnTo>
                    <a:pt x="9687306" y="5248910"/>
                  </a:lnTo>
                  <a:lnTo>
                    <a:pt x="9702927" y="5201793"/>
                  </a:lnTo>
                  <a:lnTo>
                    <a:pt x="9718167" y="5154549"/>
                  </a:lnTo>
                  <a:lnTo>
                    <a:pt x="9732899" y="5107051"/>
                  </a:lnTo>
                  <a:lnTo>
                    <a:pt x="9747123" y="5059299"/>
                  </a:lnTo>
                  <a:lnTo>
                    <a:pt x="9760966" y="5011420"/>
                  </a:lnTo>
                  <a:lnTo>
                    <a:pt x="9774174" y="4963414"/>
                  </a:lnTo>
                  <a:lnTo>
                    <a:pt x="9787128" y="4915154"/>
                  </a:lnTo>
                  <a:lnTo>
                    <a:pt x="9799446" y="4866640"/>
                  </a:lnTo>
                  <a:lnTo>
                    <a:pt x="9811385" y="4817999"/>
                  </a:lnTo>
                  <a:lnTo>
                    <a:pt x="9822815" y="4769104"/>
                  </a:lnTo>
                  <a:lnTo>
                    <a:pt x="9833737" y="4720082"/>
                  </a:lnTo>
                  <a:lnTo>
                    <a:pt x="9844151" y="4670933"/>
                  </a:lnTo>
                  <a:lnTo>
                    <a:pt x="9854184" y="4621530"/>
                  </a:lnTo>
                  <a:lnTo>
                    <a:pt x="9863709" y="4572000"/>
                  </a:lnTo>
                  <a:lnTo>
                    <a:pt x="9872726" y="4522216"/>
                  </a:lnTo>
                  <a:lnTo>
                    <a:pt x="9881235" y="4472305"/>
                  </a:lnTo>
                  <a:lnTo>
                    <a:pt x="9889236" y="4422267"/>
                  </a:lnTo>
                  <a:lnTo>
                    <a:pt x="9896729" y="4371975"/>
                  </a:lnTo>
                  <a:lnTo>
                    <a:pt x="9903714" y="4321683"/>
                  </a:lnTo>
                  <a:lnTo>
                    <a:pt x="9910191" y="4271010"/>
                  </a:lnTo>
                  <a:lnTo>
                    <a:pt x="9916287" y="4220337"/>
                  </a:lnTo>
                  <a:lnTo>
                    <a:pt x="9921748" y="4169537"/>
                  </a:lnTo>
                  <a:lnTo>
                    <a:pt x="9926701" y="4118482"/>
                  </a:lnTo>
                  <a:lnTo>
                    <a:pt x="9931146" y="4067302"/>
                  </a:lnTo>
                  <a:lnTo>
                    <a:pt x="9935210" y="4015994"/>
                  </a:lnTo>
                  <a:lnTo>
                    <a:pt x="9938639" y="3964558"/>
                  </a:lnTo>
                  <a:lnTo>
                    <a:pt x="9941560" y="3912870"/>
                  </a:lnTo>
                  <a:lnTo>
                    <a:pt x="9943846" y="3861180"/>
                  </a:lnTo>
                  <a:lnTo>
                    <a:pt x="9945751" y="3809365"/>
                  </a:lnTo>
                  <a:lnTo>
                    <a:pt x="9947148" y="3757295"/>
                  </a:lnTo>
                  <a:lnTo>
                    <a:pt x="9947910" y="3705225"/>
                  </a:lnTo>
                  <a:lnTo>
                    <a:pt x="9948164" y="3652901"/>
                  </a:lnTo>
                  <a:lnTo>
                    <a:pt x="9947910" y="3600704"/>
                  </a:lnTo>
                  <a:lnTo>
                    <a:pt x="9947148" y="3548634"/>
                  </a:lnTo>
                  <a:lnTo>
                    <a:pt x="9945751" y="3496817"/>
                  </a:lnTo>
                  <a:lnTo>
                    <a:pt x="9943846" y="3445002"/>
                  </a:lnTo>
                  <a:lnTo>
                    <a:pt x="9941560" y="3393313"/>
                  </a:lnTo>
                  <a:lnTo>
                    <a:pt x="9938639" y="3341751"/>
                  </a:lnTo>
                  <a:lnTo>
                    <a:pt x="9935210" y="3290442"/>
                  </a:lnTo>
                  <a:lnTo>
                    <a:pt x="9931273" y="3239262"/>
                  </a:lnTo>
                  <a:lnTo>
                    <a:pt x="9926828" y="3188080"/>
                  </a:lnTo>
                  <a:lnTo>
                    <a:pt x="9921875" y="3137154"/>
                  </a:lnTo>
                  <a:lnTo>
                    <a:pt x="9916414" y="3086354"/>
                  </a:lnTo>
                  <a:lnTo>
                    <a:pt x="9910317" y="3035808"/>
                  </a:lnTo>
                  <a:lnTo>
                    <a:pt x="9903841" y="2985262"/>
                  </a:lnTo>
                  <a:lnTo>
                    <a:pt x="9896856" y="2934970"/>
                  </a:lnTo>
                  <a:lnTo>
                    <a:pt x="9889363" y="2884804"/>
                  </a:lnTo>
                  <a:lnTo>
                    <a:pt x="9881362" y="2834894"/>
                  </a:lnTo>
                  <a:lnTo>
                    <a:pt x="9872980" y="2784983"/>
                  </a:lnTo>
                  <a:lnTo>
                    <a:pt x="9863963" y="2735453"/>
                  </a:lnTo>
                  <a:lnTo>
                    <a:pt x="9854565" y="2685923"/>
                  </a:lnTo>
                  <a:lnTo>
                    <a:pt x="9844532" y="2636647"/>
                  </a:lnTo>
                  <a:lnTo>
                    <a:pt x="9834117" y="2587498"/>
                  </a:lnTo>
                  <a:lnTo>
                    <a:pt x="9823196" y="2538476"/>
                  </a:lnTo>
                  <a:lnTo>
                    <a:pt x="9811892" y="2489835"/>
                  </a:lnTo>
                  <a:lnTo>
                    <a:pt x="9799955" y="2441194"/>
                  </a:lnTo>
                  <a:lnTo>
                    <a:pt x="9787636" y="2392807"/>
                  </a:lnTo>
                  <a:lnTo>
                    <a:pt x="9774809" y="2344547"/>
                  </a:lnTo>
                  <a:lnTo>
                    <a:pt x="9761601" y="2296541"/>
                  </a:lnTo>
                  <a:lnTo>
                    <a:pt x="9747885" y="2248789"/>
                  </a:lnTo>
                  <a:lnTo>
                    <a:pt x="9733661" y="2201164"/>
                  </a:lnTo>
                  <a:lnTo>
                    <a:pt x="9718929" y="2153792"/>
                  </a:lnTo>
                  <a:lnTo>
                    <a:pt x="9703816" y="2106549"/>
                  </a:lnTo>
                  <a:lnTo>
                    <a:pt x="9688321" y="2059559"/>
                  </a:lnTo>
                  <a:lnTo>
                    <a:pt x="9672319" y="2012696"/>
                  </a:lnTo>
                  <a:lnTo>
                    <a:pt x="9655810" y="1966214"/>
                  </a:lnTo>
                  <a:lnTo>
                    <a:pt x="9638919" y="1919732"/>
                  </a:lnTo>
                  <a:lnTo>
                    <a:pt x="9621519" y="1873630"/>
                  </a:lnTo>
                  <a:lnTo>
                    <a:pt x="9603740" y="1827657"/>
                  </a:lnTo>
                  <a:lnTo>
                    <a:pt x="9585452" y="1781937"/>
                  </a:lnTo>
                  <a:lnTo>
                    <a:pt x="9566783" y="1736471"/>
                  </a:lnTo>
                  <a:lnTo>
                    <a:pt x="9547606" y="1691259"/>
                  </a:lnTo>
                  <a:lnTo>
                    <a:pt x="9528175" y="1646174"/>
                  </a:lnTo>
                  <a:lnTo>
                    <a:pt x="9508109" y="1601342"/>
                  </a:lnTo>
                  <a:lnTo>
                    <a:pt x="9487789" y="1556765"/>
                  </a:lnTo>
                  <a:lnTo>
                    <a:pt x="9466961" y="1512442"/>
                  </a:lnTo>
                  <a:lnTo>
                    <a:pt x="9445625" y="1468374"/>
                  </a:lnTo>
                  <a:lnTo>
                    <a:pt x="9424035" y="1424559"/>
                  </a:lnTo>
                  <a:lnTo>
                    <a:pt x="9401937" y="1380871"/>
                  </a:lnTo>
                  <a:lnTo>
                    <a:pt x="9379458" y="1337564"/>
                  </a:lnTo>
                  <a:lnTo>
                    <a:pt x="9356471" y="1294511"/>
                  </a:lnTo>
                  <a:lnTo>
                    <a:pt x="9333230" y="1251585"/>
                  </a:lnTo>
                  <a:lnTo>
                    <a:pt x="9309481" y="1209039"/>
                  </a:lnTo>
                  <a:lnTo>
                    <a:pt x="9285351" y="1166622"/>
                  </a:lnTo>
                  <a:lnTo>
                    <a:pt x="9260840" y="1124585"/>
                  </a:lnTo>
                  <a:lnTo>
                    <a:pt x="9235948" y="1082802"/>
                  </a:lnTo>
                  <a:lnTo>
                    <a:pt x="9210548" y="1041146"/>
                  </a:lnTo>
                  <a:lnTo>
                    <a:pt x="9184894" y="999871"/>
                  </a:lnTo>
                  <a:lnTo>
                    <a:pt x="9158859" y="958850"/>
                  </a:lnTo>
                  <a:lnTo>
                    <a:pt x="9132316" y="918083"/>
                  </a:lnTo>
                  <a:lnTo>
                    <a:pt x="9105392" y="877697"/>
                  </a:lnTo>
                  <a:lnTo>
                    <a:pt x="9078214" y="837438"/>
                  </a:lnTo>
                  <a:lnTo>
                    <a:pt x="9050528" y="797560"/>
                  </a:lnTo>
                  <a:lnTo>
                    <a:pt x="9022588" y="757936"/>
                  </a:lnTo>
                  <a:lnTo>
                    <a:pt x="8994140" y="718565"/>
                  </a:lnTo>
                  <a:lnTo>
                    <a:pt x="8965438" y="679576"/>
                  </a:lnTo>
                  <a:lnTo>
                    <a:pt x="8936355" y="640841"/>
                  </a:lnTo>
                  <a:lnTo>
                    <a:pt x="8906764" y="602361"/>
                  </a:lnTo>
                  <a:lnTo>
                    <a:pt x="8876919" y="564134"/>
                  </a:lnTo>
                  <a:lnTo>
                    <a:pt x="8846692" y="526288"/>
                  </a:lnTo>
                  <a:lnTo>
                    <a:pt x="8816213" y="488823"/>
                  </a:lnTo>
                  <a:lnTo>
                    <a:pt x="8785225" y="451485"/>
                  </a:lnTo>
                  <a:lnTo>
                    <a:pt x="8753983" y="414527"/>
                  </a:lnTo>
                  <a:lnTo>
                    <a:pt x="8722360" y="377951"/>
                  </a:lnTo>
                  <a:lnTo>
                    <a:pt x="8690356" y="341629"/>
                  </a:lnTo>
                  <a:lnTo>
                    <a:pt x="8657971" y="305561"/>
                  </a:lnTo>
                  <a:lnTo>
                    <a:pt x="8625332" y="269875"/>
                  </a:lnTo>
                  <a:lnTo>
                    <a:pt x="8592312" y="234442"/>
                  </a:lnTo>
                  <a:lnTo>
                    <a:pt x="8559038" y="199390"/>
                  </a:lnTo>
                  <a:lnTo>
                    <a:pt x="8525256" y="164719"/>
                  </a:lnTo>
                  <a:lnTo>
                    <a:pt x="8491346" y="130301"/>
                  </a:lnTo>
                  <a:lnTo>
                    <a:pt x="83548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77941" y="2746324"/>
            <a:ext cx="143891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spc="-25" dirty="0">
                <a:latin typeface="Segoe UI"/>
                <a:cs typeface="Segoe UI"/>
              </a:rPr>
              <a:t>Lab</a:t>
            </a:r>
            <a:endParaRPr sz="6600">
              <a:latin typeface="Segoe UI"/>
              <a:cs typeface="Segoe U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718559" y="4614671"/>
            <a:ext cx="4754880" cy="1430020"/>
            <a:chOff x="3718559" y="4614671"/>
            <a:chExt cx="4754880" cy="1430020"/>
          </a:xfrm>
        </p:grpSpPr>
        <p:sp>
          <p:nvSpPr>
            <p:cNvPr id="10" name="object 10"/>
            <p:cNvSpPr/>
            <p:nvPr/>
          </p:nvSpPr>
          <p:spPr>
            <a:xfrm>
              <a:off x="3718559" y="5524489"/>
              <a:ext cx="4754880" cy="27305"/>
            </a:xfrm>
            <a:custGeom>
              <a:avLst/>
              <a:gdLst/>
              <a:ahLst/>
              <a:cxnLst/>
              <a:rect l="l" t="t" r="r" b="b"/>
              <a:pathLst>
                <a:path w="4754880" h="27304">
                  <a:moveTo>
                    <a:pt x="4754880" y="0"/>
                  </a:moveTo>
                  <a:lnTo>
                    <a:pt x="0" y="0"/>
                  </a:lnTo>
                  <a:lnTo>
                    <a:pt x="0" y="26934"/>
                  </a:lnTo>
                  <a:lnTo>
                    <a:pt x="4754880" y="26934"/>
                  </a:lnTo>
                  <a:lnTo>
                    <a:pt x="4754880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8927" y="4614671"/>
              <a:ext cx="2558796" cy="142951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1501373" y="6418579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7D7D7D"/>
                </a:solidFill>
                <a:latin typeface="Calibri"/>
                <a:cs typeface="Calibri"/>
              </a:rPr>
              <a:t>59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532" y="6345935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20">
                <a:moveTo>
                  <a:pt x="0" y="0"/>
                </a:moveTo>
                <a:lnTo>
                  <a:pt x="10516997" y="7124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9728" y="925067"/>
            <a:ext cx="12070080" cy="5933440"/>
            <a:chOff x="109728" y="925067"/>
            <a:chExt cx="12070080" cy="5933440"/>
          </a:xfrm>
        </p:grpSpPr>
        <p:sp>
          <p:nvSpPr>
            <p:cNvPr id="4" name="object 4"/>
            <p:cNvSpPr/>
            <p:nvPr/>
          </p:nvSpPr>
          <p:spPr>
            <a:xfrm>
              <a:off x="827532" y="1013459"/>
              <a:ext cx="10517505" cy="7620"/>
            </a:xfrm>
            <a:custGeom>
              <a:avLst/>
              <a:gdLst/>
              <a:ahLst/>
              <a:cxnLst/>
              <a:rect l="l" t="t" r="r" b="b"/>
              <a:pathLst>
                <a:path w="10517505" h="7619">
                  <a:moveTo>
                    <a:pt x="0" y="0"/>
                  </a:moveTo>
                  <a:lnTo>
                    <a:pt x="10516997" y="7112"/>
                  </a:lnTo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728" y="964742"/>
              <a:ext cx="7185659" cy="54543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1159763"/>
              <a:ext cx="6615683" cy="4884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59680" y="3371113"/>
              <a:ext cx="4928616" cy="348688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54751" y="3566160"/>
              <a:ext cx="4358640" cy="30647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7532" y="1013459"/>
              <a:ext cx="10517505" cy="5339715"/>
            </a:xfrm>
            <a:custGeom>
              <a:avLst/>
              <a:gdLst/>
              <a:ahLst/>
              <a:cxnLst/>
              <a:rect l="l" t="t" r="r" b="b"/>
              <a:pathLst>
                <a:path w="10517505" h="5339715">
                  <a:moveTo>
                    <a:pt x="0" y="5332476"/>
                  </a:moveTo>
                  <a:lnTo>
                    <a:pt x="10516997" y="5339600"/>
                  </a:lnTo>
                </a:path>
                <a:path w="10517505" h="5339715">
                  <a:moveTo>
                    <a:pt x="0" y="0"/>
                  </a:moveTo>
                  <a:lnTo>
                    <a:pt x="10516997" y="7112"/>
                  </a:lnTo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7532" y="6347459"/>
              <a:ext cx="520065" cy="264160"/>
            </a:xfrm>
            <a:custGeom>
              <a:avLst/>
              <a:gdLst/>
              <a:ahLst/>
              <a:cxnLst/>
              <a:rect l="l" t="t" r="r" b="b"/>
              <a:pathLst>
                <a:path w="520065" h="264159">
                  <a:moveTo>
                    <a:pt x="51968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519684" y="263651"/>
                  </a:lnTo>
                  <a:lnTo>
                    <a:pt x="5196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96328" y="925067"/>
              <a:ext cx="4983480" cy="248551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91399" y="1120139"/>
              <a:ext cx="4413504" cy="1915667"/>
            </a:xfrm>
            <a:prstGeom prst="rect">
              <a:avLst/>
            </a:prstGeom>
          </p:spPr>
        </p:pic>
        <p:pic>
          <p:nvPicPr>
            <p:cNvPr id="13" name="object 13" descr="Travel Plan Template Images - Free Download on Freepik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92996" y="3428998"/>
              <a:ext cx="2429255" cy="3304030"/>
            </a:xfrm>
            <a:prstGeom prst="rect">
              <a:avLst/>
            </a:prstGeom>
          </p:spPr>
        </p:pic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2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Build</a:t>
            </a:r>
            <a:r>
              <a:rPr sz="2400" spc="-30" dirty="0"/>
              <a:t> </a:t>
            </a:r>
            <a:r>
              <a:rPr sz="2400" dirty="0"/>
              <a:t>a</a:t>
            </a:r>
            <a:r>
              <a:rPr sz="2400" spc="-50" dirty="0"/>
              <a:t> </a:t>
            </a:r>
            <a:r>
              <a:rPr sz="2400" dirty="0"/>
              <a:t>Travel</a:t>
            </a:r>
            <a:r>
              <a:rPr sz="2400" spc="-45" dirty="0"/>
              <a:t> </a:t>
            </a:r>
            <a:r>
              <a:rPr sz="2400" dirty="0"/>
              <a:t>Planner</a:t>
            </a:r>
            <a:r>
              <a:rPr sz="2400" spc="-65" dirty="0"/>
              <a:t> </a:t>
            </a:r>
            <a:r>
              <a:rPr sz="2400" dirty="0"/>
              <a:t>AI</a:t>
            </a:r>
            <a:r>
              <a:rPr sz="2400" spc="-35" dirty="0"/>
              <a:t> </a:t>
            </a:r>
            <a:r>
              <a:rPr sz="2400" spc="-10" dirty="0"/>
              <a:t>Assistant</a:t>
            </a:r>
            <a:endParaRPr sz="2400"/>
          </a:p>
        </p:txBody>
      </p:sp>
      <p:sp>
        <p:nvSpPr>
          <p:cNvPr id="15" name="object 15"/>
          <p:cNvSpPr txBox="1"/>
          <p:nvPr/>
        </p:nvSpPr>
        <p:spPr>
          <a:xfrm>
            <a:off x="1005332" y="6355850"/>
            <a:ext cx="16256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55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532" y="6345935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20">
                <a:moveTo>
                  <a:pt x="0" y="0"/>
                </a:moveTo>
                <a:lnTo>
                  <a:pt x="10516997" y="7124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532" y="1013460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19">
                <a:moveTo>
                  <a:pt x="0" y="0"/>
                </a:moveTo>
                <a:lnTo>
                  <a:pt x="10516997" y="7112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2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Exploring</a:t>
            </a:r>
            <a:r>
              <a:rPr sz="2400" spc="-30" dirty="0"/>
              <a:t> </a:t>
            </a:r>
            <a:r>
              <a:rPr sz="2400" dirty="0"/>
              <a:t>AI</a:t>
            </a:r>
            <a:r>
              <a:rPr sz="2400" spc="-25" dirty="0"/>
              <a:t> </a:t>
            </a:r>
            <a:r>
              <a:rPr sz="2400" dirty="0"/>
              <a:t>Tools</a:t>
            </a:r>
            <a:r>
              <a:rPr sz="2400" spc="-30" dirty="0"/>
              <a:t> </a:t>
            </a:r>
            <a:r>
              <a:rPr sz="2400" dirty="0"/>
              <a:t>for</a:t>
            </a:r>
            <a:r>
              <a:rPr sz="2400" spc="-35" dirty="0"/>
              <a:t> </a:t>
            </a:r>
            <a:r>
              <a:rPr sz="2400" dirty="0"/>
              <a:t>Your</a:t>
            </a:r>
            <a:r>
              <a:rPr sz="2400" spc="-30" dirty="0"/>
              <a:t> </a:t>
            </a:r>
            <a:r>
              <a:rPr sz="2400" spc="-10" dirty="0"/>
              <a:t>Track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1005332" y="6355850"/>
            <a:ext cx="16256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55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6531" y="1196086"/>
            <a:ext cx="10381615" cy="496443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Objective:</a:t>
            </a:r>
            <a:endParaRPr sz="1800">
              <a:latin typeface="Calibri"/>
              <a:cs typeface="Calibri"/>
            </a:endParaRPr>
          </a:p>
          <a:p>
            <a:pPr marL="12700" marR="114300">
              <a:lnSpc>
                <a:spcPts val="3240"/>
              </a:lnSpc>
              <a:spcBef>
                <a:spcPts val="285"/>
              </a:spcBef>
            </a:pP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team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select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AI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tool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relevant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technical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track,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explore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features,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demonstrate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it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applied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real-</a:t>
            </a:r>
            <a:r>
              <a:rPr sz="1800" dirty="0">
                <a:latin typeface="Calibri"/>
                <a:cs typeface="Calibri"/>
              </a:rPr>
              <a:t>world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related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field.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Instructions: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Your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technical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track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Cyber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Security,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Mobile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Development,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etc.).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Select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AI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tool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commonly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domain.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Research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tool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prepare:</a:t>
            </a:r>
            <a:endParaRPr sz="1800">
              <a:latin typeface="Calibri"/>
              <a:cs typeface="Calibri"/>
            </a:endParaRPr>
          </a:p>
          <a:p>
            <a:pPr marL="927100" marR="6837045">
              <a:lnSpc>
                <a:spcPct val="150000"/>
              </a:lnSpc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brief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overview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tool. </a:t>
            </a:r>
            <a:r>
              <a:rPr sz="1800" dirty="0">
                <a:latin typeface="Calibri"/>
                <a:cs typeface="Calibri"/>
              </a:rPr>
              <a:t>Key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features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benefits.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Identify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task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challenge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domain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explain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AI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tool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help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solve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enhance </a:t>
            </a:r>
            <a:r>
              <a:rPr sz="1800" spc="-25" dirty="0">
                <a:latin typeface="Calibri"/>
                <a:cs typeface="Calibri"/>
              </a:rPr>
              <a:t>it.</a:t>
            </a:r>
            <a:endParaRPr sz="1800">
              <a:latin typeface="Calibri"/>
              <a:cs typeface="Calibri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Calibri"/>
                <a:cs typeface="Calibri"/>
              </a:rPr>
              <a:t>Demonstrate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simple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solution,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explanation,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snippet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(Java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preferred)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showing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tool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could</a:t>
            </a:r>
            <a:r>
              <a:rPr sz="1800" spc="-25" dirty="0">
                <a:latin typeface="Calibri"/>
                <a:cs typeface="Calibri"/>
              </a:rPr>
              <a:t> be </a:t>
            </a:r>
            <a:r>
              <a:rPr sz="1800" spc="-10" dirty="0">
                <a:latin typeface="Calibri"/>
                <a:cs typeface="Calibri"/>
              </a:rPr>
              <a:t>applied.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532" y="6345935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20">
                <a:moveTo>
                  <a:pt x="0" y="0"/>
                </a:moveTo>
                <a:lnTo>
                  <a:pt x="10516997" y="7124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532" y="1013460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19">
                <a:moveTo>
                  <a:pt x="0" y="0"/>
                </a:moveTo>
                <a:lnTo>
                  <a:pt x="10516997" y="7112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67283" y="484123"/>
            <a:ext cx="4866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Exploring</a:t>
            </a:r>
            <a:r>
              <a:rPr sz="2400" spc="-30" dirty="0"/>
              <a:t> </a:t>
            </a:r>
            <a:r>
              <a:rPr sz="2400" dirty="0"/>
              <a:t>AI</a:t>
            </a:r>
            <a:r>
              <a:rPr sz="2400" spc="-25" dirty="0"/>
              <a:t> </a:t>
            </a:r>
            <a:r>
              <a:rPr sz="2400" dirty="0"/>
              <a:t>Tools</a:t>
            </a:r>
            <a:r>
              <a:rPr sz="2400" spc="-30" dirty="0"/>
              <a:t> </a:t>
            </a:r>
            <a:r>
              <a:rPr sz="2400" dirty="0"/>
              <a:t>for</a:t>
            </a:r>
            <a:r>
              <a:rPr sz="2400" spc="-30" dirty="0"/>
              <a:t> </a:t>
            </a:r>
            <a:r>
              <a:rPr sz="2400" dirty="0"/>
              <a:t>Your</a:t>
            </a:r>
            <a:r>
              <a:rPr sz="2400" spc="-30" dirty="0"/>
              <a:t> </a:t>
            </a:r>
            <a:r>
              <a:rPr sz="2400" spc="-10" dirty="0"/>
              <a:t>Track:</a:t>
            </a:r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1005332" y="6355850"/>
            <a:ext cx="16256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55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74182" y="610615"/>
            <a:ext cx="15182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6FC0"/>
                </a:solidFill>
                <a:latin typeface="Segoe UI"/>
                <a:cs typeface="Segoe UI"/>
              </a:rPr>
              <a:t>Example</a:t>
            </a:r>
            <a:r>
              <a:rPr sz="1400" spc="-3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006FC0"/>
                </a:solidFill>
                <a:latin typeface="Segoe UI"/>
                <a:cs typeface="Segoe UI"/>
              </a:rPr>
              <a:t>Use </a:t>
            </a:r>
            <a:r>
              <a:rPr sz="1400" spc="-20" dirty="0">
                <a:solidFill>
                  <a:srgbClr val="006FC0"/>
                </a:solidFill>
                <a:latin typeface="Segoe UI"/>
                <a:cs typeface="Segoe UI"/>
              </a:rPr>
              <a:t>Cases</a:t>
            </a:r>
            <a:endParaRPr sz="1400">
              <a:latin typeface="Segoe UI"/>
              <a:cs typeface="Segoe U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20991" y="1268222"/>
          <a:ext cx="10596879" cy="49574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9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7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Animations</a:t>
                      </a:r>
                      <a:r>
                        <a:rPr sz="1400" spc="-5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5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Motion</a:t>
                      </a:r>
                      <a:r>
                        <a:rPr sz="1400" spc="-6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Graphics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RunwayML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generate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background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animations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automate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facial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motion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capture.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AI</a:t>
                      </a:r>
                      <a:r>
                        <a:rPr sz="1400" spc="-3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2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400" spc="-1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Learning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Vertex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build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deploy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image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classifier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minimal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code.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4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Architecture,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Engineering</a:t>
                      </a:r>
                      <a:r>
                        <a:rPr sz="1400" spc="1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1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Construction Informatics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optimize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floor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plan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layouts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simulate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energy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efficiency.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Cloud</a:t>
                      </a:r>
                      <a:r>
                        <a:rPr sz="1400" spc="-4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Platform</a:t>
                      </a:r>
                      <a:r>
                        <a:rPr sz="1400" spc="-5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Development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forecast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traffic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auto-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scale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cloud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infrastructure.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29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Cyber</a:t>
                      </a:r>
                      <a:r>
                        <a:rPr sz="1400" spc="-4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Security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AI-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powered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SIEM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detect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unusual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login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behavior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attacks.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3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natural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language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SQL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tools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(like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Text2SQL)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querying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databases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easier.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Digital</a:t>
                      </a:r>
                      <a:r>
                        <a:rPr sz="1400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IC</a:t>
                      </a:r>
                      <a:r>
                        <a:rPr sz="1400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Design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analyze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predict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errors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VLSI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layout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schematics.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Embedded</a:t>
                      </a:r>
                      <a:r>
                        <a:rPr sz="1400" spc="-6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Systems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TinyML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run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gesture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detection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directly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edge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device.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ERP</a:t>
                      </a:r>
                      <a:r>
                        <a:rPr sz="1400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Consulting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assistant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automate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report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generation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SAP.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029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Game</a:t>
                      </a:r>
                      <a:r>
                        <a:rPr sz="1400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Programming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LLM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generate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character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dialogues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player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input.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4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Geoinformatics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classify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land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types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satellite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imagery.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0029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Industrial</a:t>
                      </a:r>
                      <a:r>
                        <a:rPr sz="1400" spc="-4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Automation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computer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vision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inspect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product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quality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assembly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lines.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Mobile</a:t>
                      </a:r>
                      <a:r>
                        <a:rPr sz="1400" spc="-6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Applications</a:t>
                      </a:r>
                      <a:r>
                        <a:rPr sz="1400" spc="-3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Development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Integrate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AI-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powered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voice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recognition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note-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taking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control.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0029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Professional</a:t>
                      </a:r>
                      <a:r>
                        <a:rPr sz="1400" spc="-6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Web</a:t>
                      </a:r>
                      <a:r>
                        <a:rPr sz="1400" spc="-4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Development</a:t>
                      </a:r>
                      <a:r>
                        <a:rPr sz="1400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5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BI-Infused</a:t>
                      </a:r>
                      <a:r>
                        <a:rPr sz="1400" spc="-4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CRM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recommender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personalize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CRM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dashboards.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400" spc="-6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Testing</a:t>
                      </a:r>
                      <a:r>
                        <a:rPr sz="1400" spc="-2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5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Quality</a:t>
                      </a:r>
                      <a:r>
                        <a:rPr sz="1400" spc="-3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Assurance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predict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where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bugs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likely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historical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data.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Telecom</a:t>
                      </a:r>
                      <a:r>
                        <a:rPr sz="1400" spc="-7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Applications</a:t>
                      </a:r>
                      <a:r>
                        <a:rPr sz="1400" spc="-5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Development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monitor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signal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strengths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preemptively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detect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weak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zones.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Web</a:t>
                      </a:r>
                      <a:r>
                        <a:rPr sz="1400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3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1400" spc="-2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Development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tool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generate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responsive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UI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layouts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sketches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prompts.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65759"/>
            <a:ext cx="9358630" cy="681355"/>
          </a:xfrm>
          <a:custGeom>
            <a:avLst/>
            <a:gdLst/>
            <a:ahLst/>
            <a:cxnLst/>
            <a:rect l="l" t="t" r="r" b="b"/>
            <a:pathLst>
              <a:path w="9358630" h="681355">
                <a:moveTo>
                  <a:pt x="9081770" y="0"/>
                </a:moveTo>
                <a:lnTo>
                  <a:pt x="0" y="0"/>
                </a:lnTo>
                <a:lnTo>
                  <a:pt x="0" y="680974"/>
                </a:lnTo>
                <a:lnTo>
                  <a:pt x="9081770" y="680974"/>
                </a:lnTo>
                <a:lnTo>
                  <a:pt x="9126855" y="676910"/>
                </a:lnTo>
                <a:lnTo>
                  <a:pt x="9169527" y="664717"/>
                </a:lnTo>
                <a:lnTo>
                  <a:pt x="9209278" y="645287"/>
                </a:lnTo>
                <a:lnTo>
                  <a:pt x="9245600" y="619251"/>
                </a:lnTo>
                <a:lnTo>
                  <a:pt x="9277731" y="587120"/>
                </a:lnTo>
                <a:lnTo>
                  <a:pt x="9305417" y="549655"/>
                </a:lnTo>
                <a:lnTo>
                  <a:pt x="9327896" y="507618"/>
                </a:lnTo>
                <a:lnTo>
                  <a:pt x="9344660" y="461390"/>
                </a:lnTo>
                <a:lnTo>
                  <a:pt x="9355074" y="411734"/>
                </a:lnTo>
                <a:lnTo>
                  <a:pt x="9358630" y="359410"/>
                </a:lnTo>
                <a:lnTo>
                  <a:pt x="9358630" y="318897"/>
                </a:lnTo>
                <a:lnTo>
                  <a:pt x="9355074" y="267335"/>
                </a:lnTo>
                <a:lnTo>
                  <a:pt x="9344660" y="218312"/>
                </a:lnTo>
                <a:lnTo>
                  <a:pt x="9327896" y="172592"/>
                </a:lnTo>
                <a:lnTo>
                  <a:pt x="9305417" y="130810"/>
                </a:lnTo>
                <a:lnTo>
                  <a:pt x="9277731" y="93599"/>
                </a:lnTo>
                <a:lnTo>
                  <a:pt x="9245600" y="61722"/>
                </a:lnTo>
                <a:lnTo>
                  <a:pt x="9209278" y="35687"/>
                </a:lnTo>
                <a:lnTo>
                  <a:pt x="9169527" y="16255"/>
                </a:lnTo>
                <a:lnTo>
                  <a:pt x="9126855" y="4190"/>
                </a:lnTo>
                <a:lnTo>
                  <a:pt x="908177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62115"/>
            <a:ext cx="12187427" cy="59435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704320" y="705611"/>
            <a:ext cx="487680" cy="306070"/>
          </a:xfrm>
          <a:custGeom>
            <a:avLst/>
            <a:gdLst/>
            <a:ahLst/>
            <a:cxnLst/>
            <a:rect l="l" t="t" r="r" b="b"/>
            <a:pathLst>
              <a:path w="487679" h="306069">
                <a:moveTo>
                  <a:pt x="154559" y="0"/>
                </a:moveTo>
                <a:lnTo>
                  <a:pt x="0" y="0"/>
                </a:lnTo>
                <a:lnTo>
                  <a:pt x="0" y="151511"/>
                </a:lnTo>
                <a:lnTo>
                  <a:pt x="8001" y="200787"/>
                </a:lnTo>
                <a:lnTo>
                  <a:pt x="30226" y="243205"/>
                </a:lnTo>
                <a:lnTo>
                  <a:pt x="63881" y="276352"/>
                </a:lnTo>
                <a:lnTo>
                  <a:pt x="106172" y="298069"/>
                </a:lnTo>
                <a:lnTo>
                  <a:pt x="154559" y="305816"/>
                </a:lnTo>
                <a:lnTo>
                  <a:pt x="154559" y="0"/>
                </a:lnTo>
                <a:close/>
              </a:path>
              <a:path w="487679" h="306069">
                <a:moveTo>
                  <a:pt x="330708" y="0"/>
                </a:moveTo>
                <a:lnTo>
                  <a:pt x="176276" y="0"/>
                </a:lnTo>
                <a:lnTo>
                  <a:pt x="176276" y="305816"/>
                </a:lnTo>
                <a:lnTo>
                  <a:pt x="224536" y="298069"/>
                </a:lnTo>
                <a:lnTo>
                  <a:pt x="266954" y="276352"/>
                </a:lnTo>
                <a:lnTo>
                  <a:pt x="300609" y="243205"/>
                </a:lnTo>
                <a:lnTo>
                  <a:pt x="322707" y="200787"/>
                </a:lnTo>
                <a:lnTo>
                  <a:pt x="330708" y="151511"/>
                </a:lnTo>
                <a:lnTo>
                  <a:pt x="330708" y="0"/>
                </a:lnTo>
                <a:close/>
              </a:path>
              <a:path w="487679" h="306069">
                <a:moveTo>
                  <a:pt x="487172" y="0"/>
                </a:moveTo>
                <a:lnTo>
                  <a:pt x="352425" y="0"/>
                </a:lnTo>
                <a:lnTo>
                  <a:pt x="352425" y="305816"/>
                </a:lnTo>
                <a:lnTo>
                  <a:pt x="400812" y="298069"/>
                </a:lnTo>
                <a:lnTo>
                  <a:pt x="443103" y="276352"/>
                </a:lnTo>
                <a:lnTo>
                  <a:pt x="476758" y="243205"/>
                </a:lnTo>
                <a:lnTo>
                  <a:pt x="487172" y="223393"/>
                </a:lnTo>
                <a:lnTo>
                  <a:pt x="487172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818876" y="376427"/>
            <a:ext cx="863600" cy="635635"/>
          </a:xfrm>
          <a:custGeom>
            <a:avLst/>
            <a:gdLst/>
            <a:ahLst/>
            <a:cxnLst/>
            <a:rect l="l" t="t" r="r" b="b"/>
            <a:pathLst>
              <a:path w="863600" h="635635">
                <a:moveTo>
                  <a:pt x="155194" y="329819"/>
                </a:moveTo>
                <a:lnTo>
                  <a:pt x="106680" y="337693"/>
                </a:lnTo>
                <a:lnTo>
                  <a:pt x="64135" y="359918"/>
                </a:lnTo>
                <a:lnTo>
                  <a:pt x="30353" y="393446"/>
                </a:lnTo>
                <a:lnTo>
                  <a:pt x="8001" y="435610"/>
                </a:lnTo>
                <a:lnTo>
                  <a:pt x="0" y="483870"/>
                </a:lnTo>
                <a:lnTo>
                  <a:pt x="0" y="635254"/>
                </a:lnTo>
                <a:lnTo>
                  <a:pt x="155194" y="635254"/>
                </a:lnTo>
                <a:lnTo>
                  <a:pt x="155194" y="329819"/>
                </a:lnTo>
                <a:close/>
              </a:path>
              <a:path w="863600" h="635635">
                <a:moveTo>
                  <a:pt x="155194" y="154051"/>
                </a:moveTo>
                <a:lnTo>
                  <a:pt x="147447" y="105918"/>
                </a:lnTo>
                <a:lnTo>
                  <a:pt x="125730" y="63627"/>
                </a:lnTo>
                <a:lnTo>
                  <a:pt x="92329" y="30099"/>
                </a:lnTo>
                <a:lnTo>
                  <a:pt x="49657" y="8001"/>
                </a:lnTo>
                <a:lnTo>
                  <a:pt x="0" y="0"/>
                </a:lnTo>
                <a:lnTo>
                  <a:pt x="0" y="305435"/>
                </a:lnTo>
                <a:lnTo>
                  <a:pt x="155194" y="305435"/>
                </a:lnTo>
                <a:lnTo>
                  <a:pt x="155194" y="154051"/>
                </a:lnTo>
                <a:close/>
              </a:path>
              <a:path w="863600" h="635635">
                <a:moveTo>
                  <a:pt x="336550" y="329819"/>
                </a:moveTo>
                <a:lnTo>
                  <a:pt x="182880" y="329819"/>
                </a:lnTo>
                <a:lnTo>
                  <a:pt x="182880" y="635254"/>
                </a:lnTo>
                <a:lnTo>
                  <a:pt x="231013" y="627507"/>
                </a:lnTo>
                <a:lnTo>
                  <a:pt x="273177" y="605917"/>
                </a:lnTo>
                <a:lnTo>
                  <a:pt x="306578" y="572770"/>
                </a:lnTo>
                <a:lnTo>
                  <a:pt x="328676" y="530352"/>
                </a:lnTo>
                <a:lnTo>
                  <a:pt x="336550" y="481203"/>
                </a:lnTo>
                <a:lnTo>
                  <a:pt x="336550" y="329819"/>
                </a:lnTo>
                <a:close/>
              </a:path>
              <a:path w="863600" h="635635">
                <a:moveTo>
                  <a:pt x="336550" y="0"/>
                </a:moveTo>
                <a:lnTo>
                  <a:pt x="182880" y="0"/>
                </a:lnTo>
                <a:lnTo>
                  <a:pt x="182880" y="151384"/>
                </a:lnTo>
                <a:lnTo>
                  <a:pt x="190627" y="200660"/>
                </a:lnTo>
                <a:lnTo>
                  <a:pt x="212090" y="242951"/>
                </a:lnTo>
                <a:lnTo>
                  <a:pt x="245237" y="276098"/>
                </a:lnTo>
                <a:lnTo>
                  <a:pt x="287528" y="297688"/>
                </a:lnTo>
                <a:lnTo>
                  <a:pt x="336550" y="305435"/>
                </a:lnTo>
                <a:lnTo>
                  <a:pt x="336550" y="0"/>
                </a:lnTo>
                <a:close/>
              </a:path>
              <a:path w="863600" h="635635">
                <a:moveTo>
                  <a:pt x="513080" y="329184"/>
                </a:moveTo>
                <a:lnTo>
                  <a:pt x="464566" y="337185"/>
                </a:lnTo>
                <a:lnTo>
                  <a:pt x="422148" y="359283"/>
                </a:lnTo>
                <a:lnTo>
                  <a:pt x="388366" y="392938"/>
                </a:lnTo>
                <a:lnTo>
                  <a:pt x="366141" y="435102"/>
                </a:lnTo>
                <a:lnTo>
                  <a:pt x="358140" y="483362"/>
                </a:lnTo>
                <a:lnTo>
                  <a:pt x="358140" y="635000"/>
                </a:lnTo>
                <a:lnTo>
                  <a:pt x="513080" y="635000"/>
                </a:lnTo>
                <a:lnTo>
                  <a:pt x="513080" y="329184"/>
                </a:lnTo>
                <a:close/>
              </a:path>
              <a:path w="863600" h="635635">
                <a:moveTo>
                  <a:pt x="689610" y="483362"/>
                </a:moveTo>
                <a:lnTo>
                  <a:pt x="681609" y="435102"/>
                </a:lnTo>
                <a:lnTo>
                  <a:pt x="659384" y="392938"/>
                </a:lnTo>
                <a:lnTo>
                  <a:pt x="625729" y="359283"/>
                </a:lnTo>
                <a:lnTo>
                  <a:pt x="583184" y="337185"/>
                </a:lnTo>
                <a:lnTo>
                  <a:pt x="534797" y="329184"/>
                </a:lnTo>
                <a:lnTo>
                  <a:pt x="534797" y="635000"/>
                </a:lnTo>
                <a:lnTo>
                  <a:pt x="689610" y="635000"/>
                </a:lnTo>
                <a:lnTo>
                  <a:pt x="689610" y="483362"/>
                </a:lnTo>
                <a:close/>
              </a:path>
              <a:path w="863600" h="635635">
                <a:moveTo>
                  <a:pt x="863600" y="483362"/>
                </a:moveTo>
                <a:lnTo>
                  <a:pt x="855472" y="435102"/>
                </a:lnTo>
                <a:lnTo>
                  <a:pt x="833247" y="392938"/>
                </a:lnTo>
                <a:lnTo>
                  <a:pt x="799592" y="359283"/>
                </a:lnTo>
                <a:lnTo>
                  <a:pt x="757174" y="337185"/>
                </a:lnTo>
                <a:lnTo>
                  <a:pt x="708660" y="329184"/>
                </a:lnTo>
                <a:lnTo>
                  <a:pt x="708660" y="635000"/>
                </a:lnTo>
                <a:lnTo>
                  <a:pt x="863600" y="635000"/>
                </a:lnTo>
                <a:lnTo>
                  <a:pt x="863600" y="483362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87000" y="376427"/>
            <a:ext cx="508634" cy="635635"/>
          </a:xfrm>
          <a:custGeom>
            <a:avLst/>
            <a:gdLst/>
            <a:ahLst/>
            <a:cxnLst/>
            <a:rect l="l" t="t" r="r" b="b"/>
            <a:pathLst>
              <a:path w="508634" h="635635">
                <a:moveTo>
                  <a:pt x="155067" y="329819"/>
                </a:moveTo>
                <a:lnTo>
                  <a:pt x="0" y="329819"/>
                </a:lnTo>
                <a:lnTo>
                  <a:pt x="0" y="481203"/>
                </a:lnTo>
                <a:lnTo>
                  <a:pt x="8001" y="530352"/>
                </a:lnTo>
                <a:lnTo>
                  <a:pt x="30226" y="572770"/>
                </a:lnTo>
                <a:lnTo>
                  <a:pt x="64008" y="605917"/>
                </a:lnTo>
                <a:lnTo>
                  <a:pt x="106553" y="627507"/>
                </a:lnTo>
                <a:lnTo>
                  <a:pt x="155067" y="635254"/>
                </a:lnTo>
                <a:lnTo>
                  <a:pt x="155067" y="329819"/>
                </a:lnTo>
                <a:close/>
              </a:path>
              <a:path w="508634" h="635635">
                <a:moveTo>
                  <a:pt x="155321" y="154178"/>
                </a:moveTo>
                <a:lnTo>
                  <a:pt x="147447" y="106045"/>
                </a:lnTo>
                <a:lnTo>
                  <a:pt x="125730" y="63754"/>
                </a:lnTo>
                <a:lnTo>
                  <a:pt x="92329" y="30099"/>
                </a:lnTo>
                <a:lnTo>
                  <a:pt x="49657" y="8001"/>
                </a:lnTo>
                <a:lnTo>
                  <a:pt x="0" y="0"/>
                </a:lnTo>
                <a:lnTo>
                  <a:pt x="0" y="305816"/>
                </a:lnTo>
                <a:lnTo>
                  <a:pt x="155321" y="305816"/>
                </a:lnTo>
                <a:lnTo>
                  <a:pt x="155321" y="154178"/>
                </a:lnTo>
                <a:close/>
              </a:path>
              <a:path w="508634" h="635635">
                <a:moveTo>
                  <a:pt x="331851" y="329819"/>
                </a:moveTo>
                <a:lnTo>
                  <a:pt x="176784" y="329819"/>
                </a:lnTo>
                <a:lnTo>
                  <a:pt x="176784" y="635254"/>
                </a:lnTo>
                <a:lnTo>
                  <a:pt x="225298" y="627507"/>
                </a:lnTo>
                <a:lnTo>
                  <a:pt x="267843" y="605917"/>
                </a:lnTo>
                <a:lnTo>
                  <a:pt x="301625" y="572770"/>
                </a:lnTo>
                <a:lnTo>
                  <a:pt x="323850" y="530352"/>
                </a:lnTo>
                <a:lnTo>
                  <a:pt x="331851" y="481203"/>
                </a:lnTo>
                <a:lnTo>
                  <a:pt x="331851" y="329819"/>
                </a:lnTo>
                <a:close/>
              </a:path>
              <a:path w="508634" h="635635">
                <a:moveTo>
                  <a:pt x="331851" y="0"/>
                </a:moveTo>
                <a:lnTo>
                  <a:pt x="176784" y="0"/>
                </a:lnTo>
                <a:lnTo>
                  <a:pt x="176784" y="151384"/>
                </a:lnTo>
                <a:lnTo>
                  <a:pt x="184531" y="200660"/>
                </a:lnTo>
                <a:lnTo>
                  <a:pt x="206375" y="242951"/>
                </a:lnTo>
                <a:lnTo>
                  <a:pt x="239649" y="276098"/>
                </a:lnTo>
                <a:lnTo>
                  <a:pt x="282321" y="297688"/>
                </a:lnTo>
                <a:lnTo>
                  <a:pt x="331851" y="305435"/>
                </a:lnTo>
                <a:lnTo>
                  <a:pt x="331851" y="0"/>
                </a:lnTo>
                <a:close/>
              </a:path>
              <a:path w="508634" h="635635">
                <a:moveTo>
                  <a:pt x="508635" y="329819"/>
                </a:moveTo>
                <a:lnTo>
                  <a:pt x="353568" y="329819"/>
                </a:lnTo>
                <a:lnTo>
                  <a:pt x="353568" y="635254"/>
                </a:lnTo>
                <a:lnTo>
                  <a:pt x="402082" y="627507"/>
                </a:lnTo>
                <a:lnTo>
                  <a:pt x="444627" y="605917"/>
                </a:lnTo>
                <a:lnTo>
                  <a:pt x="478282" y="572770"/>
                </a:lnTo>
                <a:lnTo>
                  <a:pt x="500507" y="530352"/>
                </a:lnTo>
                <a:lnTo>
                  <a:pt x="508635" y="481203"/>
                </a:lnTo>
                <a:lnTo>
                  <a:pt x="508635" y="329819"/>
                </a:lnTo>
                <a:close/>
              </a:path>
              <a:path w="508634" h="635635">
                <a:moveTo>
                  <a:pt x="508635" y="0"/>
                </a:moveTo>
                <a:lnTo>
                  <a:pt x="353568" y="0"/>
                </a:lnTo>
                <a:lnTo>
                  <a:pt x="353568" y="305435"/>
                </a:lnTo>
                <a:lnTo>
                  <a:pt x="402082" y="297688"/>
                </a:lnTo>
                <a:lnTo>
                  <a:pt x="444627" y="276098"/>
                </a:lnTo>
                <a:lnTo>
                  <a:pt x="478282" y="242951"/>
                </a:lnTo>
                <a:lnTo>
                  <a:pt x="500507" y="200660"/>
                </a:lnTo>
                <a:lnTo>
                  <a:pt x="508635" y="151384"/>
                </a:lnTo>
                <a:lnTo>
                  <a:pt x="508635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404604" y="376427"/>
            <a:ext cx="864235" cy="635635"/>
          </a:xfrm>
          <a:custGeom>
            <a:avLst/>
            <a:gdLst/>
            <a:ahLst/>
            <a:cxnLst/>
            <a:rect l="l" t="t" r="r" b="b"/>
            <a:pathLst>
              <a:path w="864234" h="635635">
                <a:moveTo>
                  <a:pt x="154813" y="329819"/>
                </a:moveTo>
                <a:lnTo>
                  <a:pt x="0" y="329819"/>
                </a:lnTo>
                <a:lnTo>
                  <a:pt x="0" y="635254"/>
                </a:lnTo>
                <a:lnTo>
                  <a:pt x="48387" y="627507"/>
                </a:lnTo>
                <a:lnTo>
                  <a:pt x="90932" y="605917"/>
                </a:lnTo>
                <a:lnTo>
                  <a:pt x="124587" y="572770"/>
                </a:lnTo>
                <a:lnTo>
                  <a:pt x="146812" y="530352"/>
                </a:lnTo>
                <a:lnTo>
                  <a:pt x="154813" y="481203"/>
                </a:lnTo>
                <a:lnTo>
                  <a:pt x="154813" y="329819"/>
                </a:lnTo>
                <a:close/>
              </a:path>
              <a:path w="864234" h="635635">
                <a:moveTo>
                  <a:pt x="154813" y="0"/>
                </a:moveTo>
                <a:lnTo>
                  <a:pt x="0" y="0"/>
                </a:lnTo>
                <a:lnTo>
                  <a:pt x="0" y="305435"/>
                </a:lnTo>
                <a:lnTo>
                  <a:pt x="48387" y="297688"/>
                </a:lnTo>
                <a:lnTo>
                  <a:pt x="90932" y="276098"/>
                </a:lnTo>
                <a:lnTo>
                  <a:pt x="124587" y="242951"/>
                </a:lnTo>
                <a:lnTo>
                  <a:pt x="146812" y="200660"/>
                </a:lnTo>
                <a:lnTo>
                  <a:pt x="154813" y="151384"/>
                </a:lnTo>
                <a:lnTo>
                  <a:pt x="154813" y="0"/>
                </a:lnTo>
                <a:close/>
              </a:path>
              <a:path w="864234" h="635635">
                <a:moveTo>
                  <a:pt x="334137" y="329819"/>
                </a:moveTo>
                <a:lnTo>
                  <a:pt x="179324" y="329819"/>
                </a:lnTo>
                <a:lnTo>
                  <a:pt x="179324" y="635254"/>
                </a:lnTo>
                <a:lnTo>
                  <a:pt x="227711" y="627507"/>
                </a:lnTo>
                <a:lnTo>
                  <a:pt x="270129" y="605917"/>
                </a:lnTo>
                <a:lnTo>
                  <a:pt x="303784" y="572770"/>
                </a:lnTo>
                <a:lnTo>
                  <a:pt x="326009" y="530352"/>
                </a:lnTo>
                <a:lnTo>
                  <a:pt x="334137" y="481203"/>
                </a:lnTo>
                <a:lnTo>
                  <a:pt x="334137" y="329819"/>
                </a:lnTo>
                <a:close/>
              </a:path>
              <a:path w="864234" h="635635">
                <a:moveTo>
                  <a:pt x="334137" y="0"/>
                </a:moveTo>
                <a:lnTo>
                  <a:pt x="179324" y="0"/>
                </a:lnTo>
                <a:lnTo>
                  <a:pt x="179324" y="151384"/>
                </a:lnTo>
                <a:lnTo>
                  <a:pt x="187071" y="200660"/>
                </a:lnTo>
                <a:lnTo>
                  <a:pt x="208788" y="242951"/>
                </a:lnTo>
                <a:lnTo>
                  <a:pt x="242062" y="276098"/>
                </a:lnTo>
                <a:lnTo>
                  <a:pt x="284607" y="297688"/>
                </a:lnTo>
                <a:lnTo>
                  <a:pt x="334137" y="305435"/>
                </a:lnTo>
                <a:lnTo>
                  <a:pt x="334137" y="0"/>
                </a:lnTo>
                <a:close/>
              </a:path>
              <a:path w="864234" h="635635">
                <a:moveTo>
                  <a:pt x="510667" y="329819"/>
                </a:moveTo>
                <a:lnTo>
                  <a:pt x="462153" y="337693"/>
                </a:lnTo>
                <a:lnTo>
                  <a:pt x="419735" y="359918"/>
                </a:lnTo>
                <a:lnTo>
                  <a:pt x="386080" y="393446"/>
                </a:lnTo>
                <a:lnTo>
                  <a:pt x="363855" y="435610"/>
                </a:lnTo>
                <a:lnTo>
                  <a:pt x="355854" y="483870"/>
                </a:lnTo>
                <a:lnTo>
                  <a:pt x="355854" y="635254"/>
                </a:lnTo>
                <a:lnTo>
                  <a:pt x="510667" y="635254"/>
                </a:lnTo>
                <a:lnTo>
                  <a:pt x="510667" y="329819"/>
                </a:lnTo>
                <a:close/>
              </a:path>
              <a:path w="864234" h="635635">
                <a:moveTo>
                  <a:pt x="510667" y="154051"/>
                </a:moveTo>
                <a:lnTo>
                  <a:pt x="502920" y="105918"/>
                </a:lnTo>
                <a:lnTo>
                  <a:pt x="481203" y="63627"/>
                </a:lnTo>
                <a:lnTo>
                  <a:pt x="447802" y="30099"/>
                </a:lnTo>
                <a:lnTo>
                  <a:pt x="405257" y="8001"/>
                </a:lnTo>
                <a:lnTo>
                  <a:pt x="355854" y="0"/>
                </a:lnTo>
                <a:lnTo>
                  <a:pt x="355854" y="305435"/>
                </a:lnTo>
                <a:lnTo>
                  <a:pt x="510667" y="305435"/>
                </a:lnTo>
                <a:lnTo>
                  <a:pt x="510667" y="154051"/>
                </a:lnTo>
                <a:close/>
              </a:path>
              <a:path w="864234" h="635635">
                <a:moveTo>
                  <a:pt x="687197" y="483870"/>
                </a:moveTo>
                <a:lnTo>
                  <a:pt x="679196" y="435610"/>
                </a:lnTo>
                <a:lnTo>
                  <a:pt x="656971" y="393446"/>
                </a:lnTo>
                <a:lnTo>
                  <a:pt x="623189" y="359918"/>
                </a:lnTo>
                <a:lnTo>
                  <a:pt x="580771" y="337693"/>
                </a:lnTo>
                <a:lnTo>
                  <a:pt x="532384" y="329819"/>
                </a:lnTo>
                <a:lnTo>
                  <a:pt x="532384" y="635254"/>
                </a:lnTo>
                <a:lnTo>
                  <a:pt x="687197" y="635254"/>
                </a:lnTo>
                <a:lnTo>
                  <a:pt x="687197" y="483870"/>
                </a:lnTo>
                <a:close/>
              </a:path>
              <a:path w="864234" h="635635">
                <a:moveTo>
                  <a:pt x="687197" y="0"/>
                </a:moveTo>
                <a:lnTo>
                  <a:pt x="637667" y="8001"/>
                </a:lnTo>
                <a:lnTo>
                  <a:pt x="595122" y="30099"/>
                </a:lnTo>
                <a:lnTo>
                  <a:pt x="561848" y="63627"/>
                </a:lnTo>
                <a:lnTo>
                  <a:pt x="540131" y="105918"/>
                </a:lnTo>
                <a:lnTo>
                  <a:pt x="532384" y="154051"/>
                </a:lnTo>
                <a:lnTo>
                  <a:pt x="532384" y="305435"/>
                </a:lnTo>
                <a:lnTo>
                  <a:pt x="687197" y="305435"/>
                </a:lnTo>
                <a:lnTo>
                  <a:pt x="687197" y="0"/>
                </a:lnTo>
                <a:close/>
              </a:path>
              <a:path w="864234" h="635635">
                <a:moveTo>
                  <a:pt x="861060" y="483870"/>
                </a:moveTo>
                <a:lnTo>
                  <a:pt x="853313" y="435610"/>
                </a:lnTo>
                <a:lnTo>
                  <a:pt x="831596" y="393446"/>
                </a:lnTo>
                <a:lnTo>
                  <a:pt x="798195" y="359918"/>
                </a:lnTo>
                <a:lnTo>
                  <a:pt x="755650" y="337693"/>
                </a:lnTo>
                <a:lnTo>
                  <a:pt x="706247" y="329819"/>
                </a:lnTo>
                <a:lnTo>
                  <a:pt x="706247" y="635254"/>
                </a:lnTo>
                <a:lnTo>
                  <a:pt x="861060" y="635254"/>
                </a:lnTo>
                <a:lnTo>
                  <a:pt x="861060" y="483870"/>
                </a:lnTo>
                <a:close/>
              </a:path>
              <a:path w="864234" h="635635">
                <a:moveTo>
                  <a:pt x="863727" y="0"/>
                </a:moveTo>
                <a:lnTo>
                  <a:pt x="708914" y="0"/>
                </a:lnTo>
                <a:lnTo>
                  <a:pt x="708914" y="305435"/>
                </a:lnTo>
                <a:lnTo>
                  <a:pt x="757301" y="297688"/>
                </a:lnTo>
                <a:lnTo>
                  <a:pt x="799719" y="276098"/>
                </a:lnTo>
                <a:lnTo>
                  <a:pt x="833501" y="242951"/>
                </a:lnTo>
                <a:lnTo>
                  <a:pt x="855726" y="200660"/>
                </a:lnTo>
                <a:lnTo>
                  <a:pt x="863727" y="151384"/>
                </a:lnTo>
                <a:lnTo>
                  <a:pt x="863727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704320" y="367283"/>
            <a:ext cx="487680" cy="303530"/>
          </a:xfrm>
          <a:custGeom>
            <a:avLst/>
            <a:gdLst/>
            <a:ahLst/>
            <a:cxnLst/>
            <a:rect l="l" t="t" r="r" b="b"/>
            <a:pathLst>
              <a:path w="487679" h="303530">
                <a:moveTo>
                  <a:pt x="155194" y="151638"/>
                </a:moveTo>
                <a:lnTo>
                  <a:pt x="147193" y="103632"/>
                </a:lnTo>
                <a:lnTo>
                  <a:pt x="124968" y="61976"/>
                </a:lnTo>
                <a:lnTo>
                  <a:pt x="91186" y="29210"/>
                </a:lnTo>
                <a:lnTo>
                  <a:pt x="48641" y="7747"/>
                </a:lnTo>
                <a:lnTo>
                  <a:pt x="0" y="0"/>
                </a:lnTo>
                <a:lnTo>
                  <a:pt x="0" y="303149"/>
                </a:lnTo>
                <a:lnTo>
                  <a:pt x="155194" y="303149"/>
                </a:lnTo>
                <a:lnTo>
                  <a:pt x="155194" y="151638"/>
                </a:lnTo>
                <a:close/>
              </a:path>
              <a:path w="487679" h="303530">
                <a:moveTo>
                  <a:pt x="331089" y="0"/>
                </a:moveTo>
                <a:lnTo>
                  <a:pt x="176784" y="0"/>
                </a:lnTo>
                <a:lnTo>
                  <a:pt x="176784" y="151638"/>
                </a:lnTo>
                <a:lnTo>
                  <a:pt x="184531" y="199644"/>
                </a:lnTo>
                <a:lnTo>
                  <a:pt x="206121" y="241173"/>
                </a:lnTo>
                <a:lnTo>
                  <a:pt x="239395" y="273939"/>
                </a:lnTo>
                <a:lnTo>
                  <a:pt x="281813" y="295529"/>
                </a:lnTo>
                <a:lnTo>
                  <a:pt x="331089" y="303149"/>
                </a:lnTo>
                <a:lnTo>
                  <a:pt x="331089" y="0"/>
                </a:lnTo>
                <a:close/>
              </a:path>
              <a:path w="487679" h="303530">
                <a:moveTo>
                  <a:pt x="487299" y="0"/>
                </a:moveTo>
                <a:lnTo>
                  <a:pt x="352679" y="0"/>
                </a:lnTo>
                <a:lnTo>
                  <a:pt x="352679" y="303149"/>
                </a:lnTo>
                <a:lnTo>
                  <a:pt x="401066" y="295529"/>
                </a:lnTo>
                <a:lnTo>
                  <a:pt x="443357" y="273939"/>
                </a:lnTo>
                <a:lnTo>
                  <a:pt x="476885" y="241173"/>
                </a:lnTo>
                <a:lnTo>
                  <a:pt x="487299" y="221742"/>
                </a:lnTo>
                <a:lnTo>
                  <a:pt x="487299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177016" y="367283"/>
            <a:ext cx="508634" cy="303530"/>
          </a:xfrm>
          <a:custGeom>
            <a:avLst/>
            <a:gdLst/>
            <a:ahLst/>
            <a:cxnLst/>
            <a:rect l="l" t="t" r="r" b="b"/>
            <a:pathLst>
              <a:path w="508634" h="303530">
                <a:moveTo>
                  <a:pt x="155067" y="151638"/>
                </a:moveTo>
                <a:lnTo>
                  <a:pt x="147066" y="103632"/>
                </a:lnTo>
                <a:lnTo>
                  <a:pt x="124714" y="61976"/>
                </a:lnTo>
                <a:lnTo>
                  <a:pt x="91059" y="29210"/>
                </a:lnTo>
                <a:lnTo>
                  <a:pt x="48514" y="7747"/>
                </a:lnTo>
                <a:lnTo>
                  <a:pt x="0" y="0"/>
                </a:lnTo>
                <a:lnTo>
                  <a:pt x="0" y="303149"/>
                </a:lnTo>
                <a:lnTo>
                  <a:pt x="155067" y="303149"/>
                </a:lnTo>
                <a:lnTo>
                  <a:pt x="155067" y="151638"/>
                </a:lnTo>
                <a:close/>
              </a:path>
              <a:path w="508634" h="303530">
                <a:moveTo>
                  <a:pt x="331851" y="0"/>
                </a:moveTo>
                <a:lnTo>
                  <a:pt x="282321" y="7747"/>
                </a:lnTo>
                <a:lnTo>
                  <a:pt x="239649" y="29210"/>
                </a:lnTo>
                <a:lnTo>
                  <a:pt x="206375" y="61976"/>
                </a:lnTo>
                <a:lnTo>
                  <a:pt x="184531" y="103632"/>
                </a:lnTo>
                <a:lnTo>
                  <a:pt x="176784" y="151638"/>
                </a:lnTo>
                <a:lnTo>
                  <a:pt x="176784" y="303149"/>
                </a:lnTo>
                <a:lnTo>
                  <a:pt x="331851" y="303149"/>
                </a:lnTo>
                <a:lnTo>
                  <a:pt x="331851" y="0"/>
                </a:lnTo>
                <a:close/>
              </a:path>
              <a:path w="508634" h="303530">
                <a:moveTo>
                  <a:pt x="508635" y="0"/>
                </a:moveTo>
                <a:lnTo>
                  <a:pt x="353568" y="0"/>
                </a:lnTo>
                <a:lnTo>
                  <a:pt x="353568" y="303149"/>
                </a:lnTo>
                <a:lnTo>
                  <a:pt x="402082" y="295529"/>
                </a:lnTo>
                <a:lnTo>
                  <a:pt x="444627" y="273939"/>
                </a:lnTo>
                <a:lnTo>
                  <a:pt x="478409" y="241173"/>
                </a:lnTo>
                <a:lnTo>
                  <a:pt x="500634" y="199644"/>
                </a:lnTo>
                <a:lnTo>
                  <a:pt x="508635" y="151638"/>
                </a:lnTo>
                <a:lnTo>
                  <a:pt x="508635" y="0"/>
                </a:lnTo>
                <a:close/>
              </a:path>
            </a:pathLst>
          </a:custGeom>
          <a:solidFill>
            <a:srgbClr val="D9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Courses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7411" y="1350340"/>
            <a:ext cx="110572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1.Exploring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Generative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AI: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Tools,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Future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Trends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:(</a:t>
            </a:r>
            <a:r>
              <a:rPr sz="2400" dirty="0">
                <a:solidFill>
                  <a:srgbClr val="006FC0"/>
                </a:solidFill>
                <a:latin typeface="Arial MT"/>
                <a:cs typeface="Arial MT"/>
              </a:rPr>
              <a:t>just</a:t>
            </a:r>
            <a:r>
              <a:rPr sz="2400" spc="-5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6FC0"/>
                </a:solidFill>
                <a:latin typeface="Arial MT"/>
                <a:cs typeface="Arial MT"/>
              </a:rPr>
              <a:t>go</a:t>
            </a:r>
            <a:r>
              <a:rPr sz="2400" spc="-5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Arial MT"/>
                <a:cs typeface="Arial MT"/>
              </a:rPr>
              <a:t>through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7411" y="2004822"/>
            <a:ext cx="47371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https://maharatech.gov.eg/course/view.php?id=2294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7411" y="2544317"/>
            <a:ext cx="8536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2.Advanced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Prompt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Engineering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Everyone:(</a:t>
            </a:r>
            <a:r>
              <a:rPr sz="2400" dirty="0">
                <a:solidFill>
                  <a:srgbClr val="006FC0"/>
                </a:solidFill>
                <a:latin typeface="Arial MT"/>
                <a:cs typeface="Arial MT"/>
              </a:rPr>
              <a:t>just</a:t>
            </a:r>
            <a:r>
              <a:rPr sz="2400" spc="-8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6FC0"/>
                </a:solidFill>
                <a:latin typeface="Arial MT"/>
                <a:cs typeface="Arial MT"/>
              </a:rPr>
              <a:t>go</a:t>
            </a:r>
            <a:r>
              <a:rPr sz="2400" spc="-7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Arial MT"/>
                <a:cs typeface="Arial MT"/>
              </a:rPr>
              <a:t>through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7411" y="3198367"/>
            <a:ext cx="6751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https://www.coursera.org/learn/advanced-prompt-engineering-for-everyone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7411" y="4243832"/>
            <a:ext cx="7429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3.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ChatGPT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Prompt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Engineering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Developers:(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must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7411" y="4897882"/>
            <a:ext cx="7429500" cy="146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5"/>
              </a:rPr>
              <a:t>https://learn.deeplearning.ai/courses/chatgpt-prompt-eng/lesson/dfbds/introduction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4.Gen-</a:t>
            </a:r>
            <a:r>
              <a:rPr sz="2400" dirty="0">
                <a:latin typeface="Arial MT"/>
                <a:cs typeface="Arial MT"/>
              </a:rPr>
              <a:t>AI: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Tools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Modern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Developer: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must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0"/>
              </a:spcBef>
            </a:pP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6"/>
              </a:rPr>
              <a:t>https://maharatech.gov.eg/course/view.php?id=2299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532" y="6345935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20">
                <a:moveTo>
                  <a:pt x="0" y="0"/>
                </a:moveTo>
                <a:lnTo>
                  <a:pt x="10516997" y="7124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532" y="1013460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19">
                <a:moveTo>
                  <a:pt x="0" y="0"/>
                </a:moveTo>
                <a:lnTo>
                  <a:pt x="10516997" y="7112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8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Essential</a:t>
            </a:r>
            <a:r>
              <a:rPr spc="-55" dirty="0"/>
              <a:t> </a:t>
            </a:r>
            <a:r>
              <a:rPr dirty="0"/>
              <a:t>Skills</a:t>
            </a:r>
            <a:r>
              <a:rPr spc="-25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Generative</a:t>
            </a:r>
            <a:r>
              <a:rPr spc="-55" dirty="0"/>
              <a:t> </a:t>
            </a:r>
            <a:r>
              <a:rPr dirty="0"/>
              <a:t>AI</a:t>
            </a:r>
            <a:r>
              <a:rPr spc="-20" dirty="0"/>
              <a:t> </a:t>
            </a:r>
            <a:r>
              <a:rPr spc="-10" dirty="0"/>
              <a:t>Engineers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447800"/>
            <a:ext cx="8686800" cy="37901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441194" y="5439867"/>
            <a:ext cx="743013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https://learn.deeplearning.ai/courses/chatgpt-prompt-eng/lesson/dfbds/introduction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5332" y="6355850"/>
            <a:ext cx="16256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55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532" y="6345935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20">
                <a:moveTo>
                  <a:pt x="0" y="0"/>
                </a:moveTo>
                <a:lnTo>
                  <a:pt x="10516997" y="7124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532" y="1013460"/>
            <a:ext cx="10517505" cy="7620"/>
          </a:xfrm>
          <a:custGeom>
            <a:avLst/>
            <a:gdLst/>
            <a:ahLst/>
            <a:cxnLst/>
            <a:rect l="l" t="t" r="r" b="b"/>
            <a:pathLst>
              <a:path w="10517505" h="7619">
                <a:moveTo>
                  <a:pt x="0" y="0"/>
                </a:moveTo>
                <a:lnTo>
                  <a:pt x="10516997" y="7112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8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Essential</a:t>
            </a:r>
            <a:r>
              <a:rPr spc="-55" dirty="0"/>
              <a:t> </a:t>
            </a:r>
            <a:r>
              <a:rPr dirty="0"/>
              <a:t>Skills</a:t>
            </a:r>
            <a:r>
              <a:rPr spc="-25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Generative</a:t>
            </a:r>
            <a:r>
              <a:rPr spc="-55" dirty="0"/>
              <a:t> </a:t>
            </a:r>
            <a:r>
              <a:rPr dirty="0"/>
              <a:t>AI</a:t>
            </a:r>
            <a:r>
              <a:rPr spc="-20" dirty="0"/>
              <a:t> </a:t>
            </a:r>
            <a:r>
              <a:rPr spc="-10" dirty="0"/>
              <a:t>Engineers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1362980"/>
            <a:ext cx="6825996" cy="420571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17394" y="5729732"/>
            <a:ext cx="6751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https://www.coursera.org/learn/advanced-prompt-engineering-for-everyone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5332" y="6355850"/>
            <a:ext cx="16256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25" dirty="0">
                <a:solidFill>
                  <a:srgbClr val="FFFFFF"/>
                </a:solidFill>
                <a:latin typeface="Segoe UI"/>
                <a:cs typeface="Segoe UI"/>
              </a:rPr>
              <a:t>55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Words>5246</Words>
  <Application>Microsoft Office PowerPoint</Application>
  <PresentationFormat>Widescreen</PresentationFormat>
  <Paragraphs>550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7" baseType="lpstr">
      <vt:lpstr>Arial</vt:lpstr>
      <vt:lpstr>Arial MT</vt:lpstr>
      <vt:lpstr>Calibri</vt:lpstr>
      <vt:lpstr>Calibri Light</vt:lpstr>
      <vt:lpstr>Segoe UI</vt:lpstr>
      <vt:lpstr>Segoe UI Symbol</vt:lpstr>
      <vt:lpstr>Tahoma</vt:lpstr>
      <vt:lpstr>Times New Roman</vt:lpstr>
      <vt:lpstr>Trebuchet MS</vt:lpstr>
      <vt:lpstr>Verdana</vt:lpstr>
      <vt:lpstr>Wingdings</vt:lpstr>
      <vt:lpstr>Office Theme</vt:lpstr>
      <vt:lpstr>Generative AI tools &amp; Prompt Engineering</vt:lpstr>
      <vt:lpstr>PowerPoint Presentation</vt:lpstr>
      <vt:lpstr>Resources – MaharaTech talks</vt:lpstr>
      <vt:lpstr>Course Outline</vt:lpstr>
      <vt:lpstr>PowerPoint Presentation</vt:lpstr>
      <vt:lpstr>PowerPoint Presentation</vt:lpstr>
      <vt:lpstr>What is AI, ML, Deep Learning &amp; GenAI (with Examples)</vt:lpstr>
      <vt:lpstr>PowerPoint Presentation</vt:lpstr>
      <vt:lpstr>History of AI</vt:lpstr>
      <vt:lpstr>Why do we need to know about Gen AI?</vt:lpstr>
      <vt:lpstr>Who should learn about Gen AI?</vt:lpstr>
      <vt:lpstr>Will AI Replace Jobs / employees?</vt:lpstr>
      <vt:lpstr>Gen-AI Tools in Work Statistics</vt:lpstr>
      <vt:lpstr>PowerPoint Presentation</vt:lpstr>
      <vt:lpstr>Sample GenAI Freelancing jobs</vt:lpstr>
      <vt:lpstr>Gen-AI based startups and real products</vt:lpstr>
      <vt:lpstr>How to use the AI tools responsibly?</vt:lpstr>
      <vt:lpstr>PowerPoint Presentation</vt:lpstr>
      <vt:lpstr>Introducing Generative AI</vt:lpstr>
      <vt:lpstr>What’s Generative AI?</vt:lpstr>
      <vt:lpstr>AI terms</vt:lpstr>
      <vt:lpstr>AI terms (Cont.)</vt:lpstr>
      <vt:lpstr>AI terms (Cont.)</vt:lpstr>
      <vt:lpstr>Models and Tools</vt:lpstr>
      <vt:lpstr>Top AI models and Chat-based AI tools</vt:lpstr>
      <vt:lpstr>OpenAI Models</vt:lpstr>
      <vt:lpstr>Sora: Text-to-video model</vt:lpstr>
      <vt:lpstr>AI tools Capabilities</vt:lpstr>
      <vt:lpstr>Exploring Gen-AI tools new features</vt:lpstr>
      <vt:lpstr>Prompt Engineering</vt:lpstr>
      <vt:lpstr>Introducing prompt engineering</vt:lpstr>
      <vt:lpstr>Elements of a Prompt</vt:lpstr>
      <vt:lpstr>Prompt Engineering techniques and approaches [Zero-shot prompting]</vt:lpstr>
      <vt:lpstr>Prompt Engineering techniques and approaches [Few-shot prompting]</vt:lpstr>
      <vt:lpstr>Prompt Engineering techniques and approaches [Few-shot prompting]</vt:lpstr>
      <vt:lpstr>Prompt Engineering techniques and approaches [Few-shot prompting]</vt:lpstr>
      <vt:lpstr>Prompt Engineering techniques and approaches [CoT]</vt:lpstr>
      <vt:lpstr>Prompt Engineering techniques and approaches [CoT]</vt:lpstr>
      <vt:lpstr>Prompt Engineering techniques and approaches [RTF]</vt:lpstr>
      <vt:lpstr>Prompt Engineering techniques and approaches [RTF]</vt:lpstr>
      <vt:lpstr>Prompt Engineering techniques and approaches [RTF]</vt:lpstr>
      <vt:lpstr>Prompt Engineering techniques and approaches [RISEN]</vt:lpstr>
      <vt:lpstr>Prompt Engineering techniques and approaches [RISEN]</vt:lpstr>
      <vt:lpstr>Rephrase and Respond Prompting (RaR)</vt:lpstr>
      <vt:lpstr>Emotion Prompting</vt:lpstr>
      <vt:lpstr>Enhancing Model Interaction with Emotional and Motivational Language</vt:lpstr>
      <vt:lpstr>Prompt Engineering cheatsheets</vt:lpstr>
      <vt:lpstr>General prompting Tips</vt:lpstr>
      <vt:lpstr>Beyond Gen AI Tools: The Future of Generative AI and Emerging Technologies</vt:lpstr>
      <vt:lpstr>Multimodal AI</vt:lpstr>
      <vt:lpstr>Foundation Models and Fine-Tuning</vt:lpstr>
      <vt:lpstr>Retrieval-Augmented Generation (RAG)</vt:lpstr>
      <vt:lpstr>Retrieval-Augmented Generation (RAG)</vt:lpstr>
      <vt:lpstr>Extending AI Models: AI Model APIs and Developer Tools</vt:lpstr>
      <vt:lpstr>Data privacy and limitations</vt:lpstr>
      <vt:lpstr>Data security and privacy guidelines for using AI tools</vt:lpstr>
      <vt:lpstr>Use cases in training and education</vt:lpstr>
      <vt:lpstr>Use cases in Education</vt:lpstr>
      <vt:lpstr>Use cases for learning:</vt:lpstr>
      <vt:lpstr>Showcasing Generative AI in Law</vt:lpstr>
      <vt:lpstr>quickly analyzing large datasets,</vt:lpstr>
      <vt:lpstr>PowerPoint Presentation</vt:lpstr>
      <vt:lpstr>Showcasing Generative AI in Ecommerce</vt:lpstr>
      <vt:lpstr>PowerPoint Presentation</vt:lpstr>
      <vt:lpstr>PowerPoint Presentation</vt:lpstr>
      <vt:lpstr>What’s next?</vt:lpstr>
      <vt:lpstr>Essential Skills for Generative AI Engineers</vt:lpstr>
      <vt:lpstr>Essential Skills for Generative AI Engineers</vt:lpstr>
      <vt:lpstr>PowerPoint Presentation</vt:lpstr>
      <vt:lpstr>Build a Travel Planner AI Assistant</vt:lpstr>
      <vt:lpstr>Exploring AI Tools for Your Track</vt:lpstr>
      <vt:lpstr>Exploring AI Tools for Your Track:</vt:lpstr>
      <vt:lpstr>Courses</vt:lpstr>
      <vt:lpstr>Essential Skills for Generative AI Engineers</vt:lpstr>
      <vt:lpstr>Essential Skills for Generative AI Engineers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Technology Institute</dc:title>
  <dc:creator>BEU-Ramiz</dc:creator>
  <cp:lastModifiedBy>ayaat adel</cp:lastModifiedBy>
  <cp:revision>1</cp:revision>
  <dcterms:created xsi:type="dcterms:W3CDTF">2026-07-21T05:48:03Z</dcterms:created>
  <dcterms:modified xsi:type="dcterms:W3CDTF">2026-07-21T08:51:48Z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2025-05-21T00:00:00Z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2026-07-21T00:00:00Z</vt:filetime>
  </property>
  <property fmtid="{D5CDD505-2E9C-101B-9397-08002B2CF9AE}" pid="6" name="Producer">
    <vt:lpwstr>Microsoft® PowerPoint® 2019</vt:lpwstr>
  </property>
</Properties>
</file>